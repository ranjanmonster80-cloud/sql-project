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9" r:id="rId1"/>
  </p:sldMasterIdLst>
  <p:sldIdLst>
    <p:sldId id="256" r:id="rId2"/>
    <p:sldId id="257" r:id="rId3"/>
    <p:sldId id="258" r:id="rId4"/>
    <p:sldId id="305" r:id="rId5"/>
    <p:sldId id="259" r:id="rId6"/>
    <p:sldId id="263" r:id="rId7"/>
    <p:sldId id="260" r:id="rId8"/>
    <p:sldId id="264" r:id="rId9"/>
    <p:sldId id="261" r:id="rId10"/>
    <p:sldId id="265" r:id="rId11"/>
    <p:sldId id="262" r:id="rId12"/>
    <p:sldId id="266" r:id="rId13"/>
    <p:sldId id="267" r:id="rId14"/>
    <p:sldId id="287" r:id="rId15"/>
    <p:sldId id="268" r:id="rId16"/>
    <p:sldId id="288" r:id="rId17"/>
    <p:sldId id="269" r:id="rId18"/>
    <p:sldId id="289" r:id="rId19"/>
    <p:sldId id="270" r:id="rId20"/>
    <p:sldId id="290" r:id="rId21"/>
    <p:sldId id="271" r:id="rId22"/>
    <p:sldId id="291" r:id="rId23"/>
    <p:sldId id="272" r:id="rId24"/>
    <p:sldId id="306" r:id="rId25"/>
    <p:sldId id="273" r:id="rId26"/>
    <p:sldId id="292" r:id="rId27"/>
    <p:sldId id="274" r:id="rId28"/>
    <p:sldId id="293" r:id="rId29"/>
    <p:sldId id="275" r:id="rId30"/>
    <p:sldId id="294" r:id="rId31"/>
    <p:sldId id="276" r:id="rId32"/>
    <p:sldId id="295" r:id="rId33"/>
    <p:sldId id="277" r:id="rId34"/>
    <p:sldId id="296" r:id="rId35"/>
    <p:sldId id="278" r:id="rId36"/>
    <p:sldId id="297" r:id="rId37"/>
    <p:sldId id="279" r:id="rId38"/>
    <p:sldId id="298" r:id="rId39"/>
    <p:sldId id="281" r:id="rId40"/>
    <p:sldId id="299" r:id="rId41"/>
    <p:sldId id="282" r:id="rId42"/>
    <p:sldId id="300" r:id="rId43"/>
    <p:sldId id="283" r:id="rId44"/>
    <p:sldId id="301" r:id="rId45"/>
    <p:sldId id="284" r:id="rId46"/>
    <p:sldId id="302" r:id="rId47"/>
    <p:sldId id="285" r:id="rId48"/>
    <p:sldId id="303" r:id="rId49"/>
    <p:sldId id="286" r:id="rId50"/>
    <p:sldId id="304" r:id="rId51"/>
    <p:sldId id="307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'sql1 3'!$E$1</c:f>
              <c:strCache>
                <c:ptCount val="1"/>
                <c:pt idx="0">
                  <c:v>Delivery_Delay_Days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'sql1 3'!$A$2:$A$301</c:f>
              <c:strCache>
                <c:ptCount val="300"/>
                <c:pt idx="0">
                  <c:v>O0001</c:v>
                </c:pt>
                <c:pt idx="1">
                  <c:v>O0002</c:v>
                </c:pt>
                <c:pt idx="2">
                  <c:v>O0003</c:v>
                </c:pt>
                <c:pt idx="3">
                  <c:v>O0004</c:v>
                </c:pt>
                <c:pt idx="4">
                  <c:v>O0005</c:v>
                </c:pt>
                <c:pt idx="5">
                  <c:v>O0006</c:v>
                </c:pt>
                <c:pt idx="6">
                  <c:v>O0007</c:v>
                </c:pt>
                <c:pt idx="7">
                  <c:v>O0008</c:v>
                </c:pt>
                <c:pt idx="8">
                  <c:v>O0009</c:v>
                </c:pt>
                <c:pt idx="9">
                  <c:v>O0010</c:v>
                </c:pt>
                <c:pt idx="10">
                  <c:v>O0011</c:v>
                </c:pt>
                <c:pt idx="11">
                  <c:v>O0012</c:v>
                </c:pt>
                <c:pt idx="12">
                  <c:v>O0013</c:v>
                </c:pt>
                <c:pt idx="13">
                  <c:v>O0014</c:v>
                </c:pt>
                <c:pt idx="14">
                  <c:v>O0015</c:v>
                </c:pt>
                <c:pt idx="15">
                  <c:v>O0016</c:v>
                </c:pt>
                <c:pt idx="16">
                  <c:v>O0017</c:v>
                </c:pt>
                <c:pt idx="17">
                  <c:v>O0018</c:v>
                </c:pt>
                <c:pt idx="18">
                  <c:v>O0019</c:v>
                </c:pt>
                <c:pt idx="19">
                  <c:v>O0020</c:v>
                </c:pt>
                <c:pt idx="20">
                  <c:v>O0021</c:v>
                </c:pt>
                <c:pt idx="21">
                  <c:v>O0022</c:v>
                </c:pt>
                <c:pt idx="22">
                  <c:v>O0023</c:v>
                </c:pt>
                <c:pt idx="23">
                  <c:v>O0024</c:v>
                </c:pt>
                <c:pt idx="24">
                  <c:v>O0025</c:v>
                </c:pt>
                <c:pt idx="25">
                  <c:v>O0026</c:v>
                </c:pt>
                <c:pt idx="26">
                  <c:v>O0027</c:v>
                </c:pt>
                <c:pt idx="27">
                  <c:v>O0028</c:v>
                </c:pt>
                <c:pt idx="28">
                  <c:v>O0029</c:v>
                </c:pt>
                <c:pt idx="29">
                  <c:v>O0030</c:v>
                </c:pt>
                <c:pt idx="30">
                  <c:v>O0031</c:v>
                </c:pt>
                <c:pt idx="31">
                  <c:v>O0032</c:v>
                </c:pt>
                <c:pt idx="32">
                  <c:v>O0033</c:v>
                </c:pt>
                <c:pt idx="33">
                  <c:v>O0034</c:v>
                </c:pt>
                <c:pt idx="34">
                  <c:v>O0035</c:v>
                </c:pt>
                <c:pt idx="35">
                  <c:v>O0036</c:v>
                </c:pt>
                <c:pt idx="36">
                  <c:v>O0037</c:v>
                </c:pt>
                <c:pt idx="37">
                  <c:v>O0038</c:v>
                </c:pt>
                <c:pt idx="38">
                  <c:v>O0039</c:v>
                </c:pt>
                <c:pt idx="39">
                  <c:v>O0040</c:v>
                </c:pt>
                <c:pt idx="40">
                  <c:v>O0041</c:v>
                </c:pt>
                <c:pt idx="41">
                  <c:v>O0042</c:v>
                </c:pt>
                <c:pt idx="42">
                  <c:v>O0043</c:v>
                </c:pt>
                <c:pt idx="43">
                  <c:v>O0044</c:v>
                </c:pt>
                <c:pt idx="44">
                  <c:v>O0045</c:v>
                </c:pt>
                <c:pt idx="45">
                  <c:v>O0046</c:v>
                </c:pt>
                <c:pt idx="46">
                  <c:v>O0047</c:v>
                </c:pt>
                <c:pt idx="47">
                  <c:v>O0048</c:v>
                </c:pt>
                <c:pt idx="48">
                  <c:v>O0049</c:v>
                </c:pt>
                <c:pt idx="49">
                  <c:v>O0050</c:v>
                </c:pt>
                <c:pt idx="50">
                  <c:v>O0051</c:v>
                </c:pt>
                <c:pt idx="51">
                  <c:v>O0052</c:v>
                </c:pt>
                <c:pt idx="52">
                  <c:v>O0053</c:v>
                </c:pt>
                <c:pt idx="53">
                  <c:v>O0054</c:v>
                </c:pt>
                <c:pt idx="54">
                  <c:v>O0055</c:v>
                </c:pt>
                <c:pt idx="55">
                  <c:v>O0056</c:v>
                </c:pt>
                <c:pt idx="56">
                  <c:v>O0057</c:v>
                </c:pt>
                <c:pt idx="57">
                  <c:v>O0058</c:v>
                </c:pt>
                <c:pt idx="58">
                  <c:v>O0059</c:v>
                </c:pt>
                <c:pt idx="59">
                  <c:v>O0060</c:v>
                </c:pt>
                <c:pt idx="60">
                  <c:v>O0061</c:v>
                </c:pt>
                <c:pt idx="61">
                  <c:v>O0062</c:v>
                </c:pt>
                <c:pt idx="62">
                  <c:v>O0063</c:v>
                </c:pt>
                <c:pt idx="63">
                  <c:v>O0064</c:v>
                </c:pt>
                <c:pt idx="64">
                  <c:v>O0065</c:v>
                </c:pt>
                <c:pt idx="65">
                  <c:v>O0066</c:v>
                </c:pt>
                <c:pt idx="66">
                  <c:v>O0067</c:v>
                </c:pt>
                <c:pt idx="67">
                  <c:v>O0068</c:v>
                </c:pt>
                <c:pt idx="68">
                  <c:v>O0069</c:v>
                </c:pt>
                <c:pt idx="69">
                  <c:v>O0070</c:v>
                </c:pt>
                <c:pt idx="70">
                  <c:v>O0071</c:v>
                </c:pt>
                <c:pt idx="71">
                  <c:v>O0072</c:v>
                </c:pt>
                <c:pt idx="72">
                  <c:v>O0073</c:v>
                </c:pt>
                <c:pt idx="73">
                  <c:v>O0074</c:v>
                </c:pt>
                <c:pt idx="74">
                  <c:v>O0075</c:v>
                </c:pt>
                <c:pt idx="75">
                  <c:v>O0076</c:v>
                </c:pt>
                <c:pt idx="76">
                  <c:v>O0077</c:v>
                </c:pt>
                <c:pt idx="77">
                  <c:v>O0078</c:v>
                </c:pt>
                <c:pt idx="78">
                  <c:v>O0079</c:v>
                </c:pt>
                <c:pt idx="79">
                  <c:v>O0080</c:v>
                </c:pt>
                <c:pt idx="80">
                  <c:v>O0081</c:v>
                </c:pt>
                <c:pt idx="81">
                  <c:v>O0082</c:v>
                </c:pt>
                <c:pt idx="82">
                  <c:v>O0083</c:v>
                </c:pt>
                <c:pt idx="83">
                  <c:v>O0084</c:v>
                </c:pt>
                <c:pt idx="84">
                  <c:v>O0085</c:v>
                </c:pt>
                <c:pt idx="85">
                  <c:v>O0086</c:v>
                </c:pt>
                <c:pt idx="86">
                  <c:v>O0087</c:v>
                </c:pt>
                <c:pt idx="87">
                  <c:v>O0088</c:v>
                </c:pt>
                <c:pt idx="88">
                  <c:v>O0089</c:v>
                </c:pt>
                <c:pt idx="89">
                  <c:v>O0090</c:v>
                </c:pt>
                <c:pt idx="90">
                  <c:v>O0091</c:v>
                </c:pt>
                <c:pt idx="91">
                  <c:v>O0092</c:v>
                </c:pt>
                <c:pt idx="92">
                  <c:v>O0093</c:v>
                </c:pt>
                <c:pt idx="93">
                  <c:v>O0094</c:v>
                </c:pt>
                <c:pt idx="94">
                  <c:v>O0095</c:v>
                </c:pt>
                <c:pt idx="95">
                  <c:v>O0096</c:v>
                </c:pt>
                <c:pt idx="96">
                  <c:v>O0097</c:v>
                </c:pt>
                <c:pt idx="97">
                  <c:v>O0098</c:v>
                </c:pt>
                <c:pt idx="98">
                  <c:v>O0099</c:v>
                </c:pt>
                <c:pt idx="99">
                  <c:v>O0100</c:v>
                </c:pt>
                <c:pt idx="100">
                  <c:v>O0101</c:v>
                </c:pt>
                <c:pt idx="101">
                  <c:v>O0102</c:v>
                </c:pt>
                <c:pt idx="102">
                  <c:v>O0103</c:v>
                </c:pt>
                <c:pt idx="103">
                  <c:v>O0104</c:v>
                </c:pt>
                <c:pt idx="104">
                  <c:v>O0105</c:v>
                </c:pt>
                <c:pt idx="105">
                  <c:v>O0106</c:v>
                </c:pt>
                <c:pt idx="106">
                  <c:v>O0107</c:v>
                </c:pt>
                <c:pt idx="107">
                  <c:v>O0108</c:v>
                </c:pt>
                <c:pt idx="108">
                  <c:v>O0109</c:v>
                </c:pt>
                <c:pt idx="109">
                  <c:v>O0110</c:v>
                </c:pt>
                <c:pt idx="110">
                  <c:v>O0111</c:v>
                </c:pt>
                <c:pt idx="111">
                  <c:v>O0112</c:v>
                </c:pt>
                <c:pt idx="112">
                  <c:v>O0113</c:v>
                </c:pt>
                <c:pt idx="113">
                  <c:v>O0114</c:v>
                </c:pt>
                <c:pt idx="114">
                  <c:v>O0115</c:v>
                </c:pt>
                <c:pt idx="115">
                  <c:v>O0116</c:v>
                </c:pt>
                <c:pt idx="116">
                  <c:v>O0117</c:v>
                </c:pt>
                <c:pt idx="117">
                  <c:v>O0118</c:v>
                </c:pt>
                <c:pt idx="118">
                  <c:v>O0119</c:v>
                </c:pt>
                <c:pt idx="119">
                  <c:v>O0120</c:v>
                </c:pt>
                <c:pt idx="120">
                  <c:v>O0121</c:v>
                </c:pt>
                <c:pt idx="121">
                  <c:v>O0122</c:v>
                </c:pt>
                <c:pt idx="122">
                  <c:v>O0123</c:v>
                </c:pt>
                <c:pt idx="123">
                  <c:v>O0124</c:v>
                </c:pt>
                <c:pt idx="124">
                  <c:v>O0125</c:v>
                </c:pt>
                <c:pt idx="125">
                  <c:v>O0126</c:v>
                </c:pt>
                <c:pt idx="126">
                  <c:v>O0127</c:v>
                </c:pt>
                <c:pt idx="127">
                  <c:v>O0128</c:v>
                </c:pt>
                <c:pt idx="128">
                  <c:v>O0129</c:v>
                </c:pt>
                <c:pt idx="129">
                  <c:v>O0130</c:v>
                </c:pt>
                <c:pt idx="130">
                  <c:v>O0131</c:v>
                </c:pt>
                <c:pt idx="131">
                  <c:v>O0132</c:v>
                </c:pt>
                <c:pt idx="132">
                  <c:v>O0133</c:v>
                </c:pt>
                <c:pt idx="133">
                  <c:v>O0134</c:v>
                </c:pt>
                <c:pt idx="134">
                  <c:v>O0135</c:v>
                </c:pt>
                <c:pt idx="135">
                  <c:v>O0136</c:v>
                </c:pt>
                <c:pt idx="136">
                  <c:v>O0137</c:v>
                </c:pt>
                <c:pt idx="137">
                  <c:v>O0138</c:v>
                </c:pt>
                <c:pt idx="138">
                  <c:v>O0139</c:v>
                </c:pt>
                <c:pt idx="139">
                  <c:v>O0140</c:v>
                </c:pt>
                <c:pt idx="140">
                  <c:v>O0141</c:v>
                </c:pt>
                <c:pt idx="141">
                  <c:v>O0142</c:v>
                </c:pt>
                <c:pt idx="142">
                  <c:v>O0143</c:v>
                </c:pt>
                <c:pt idx="143">
                  <c:v>O0144</c:v>
                </c:pt>
                <c:pt idx="144">
                  <c:v>O0145</c:v>
                </c:pt>
                <c:pt idx="145">
                  <c:v>O0146</c:v>
                </c:pt>
                <c:pt idx="146">
                  <c:v>O0147</c:v>
                </c:pt>
                <c:pt idx="147">
                  <c:v>O0148</c:v>
                </c:pt>
                <c:pt idx="148">
                  <c:v>O0149</c:v>
                </c:pt>
                <c:pt idx="149">
                  <c:v>O0150</c:v>
                </c:pt>
                <c:pt idx="150">
                  <c:v>O0151</c:v>
                </c:pt>
                <c:pt idx="151">
                  <c:v>O0152</c:v>
                </c:pt>
                <c:pt idx="152">
                  <c:v>O0153</c:v>
                </c:pt>
                <c:pt idx="153">
                  <c:v>O0154</c:v>
                </c:pt>
                <c:pt idx="154">
                  <c:v>O0155</c:v>
                </c:pt>
                <c:pt idx="155">
                  <c:v>O0156</c:v>
                </c:pt>
                <c:pt idx="156">
                  <c:v>O0157</c:v>
                </c:pt>
                <c:pt idx="157">
                  <c:v>O0158</c:v>
                </c:pt>
                <c:pt idx="158">
                  <c:v>O0159</c:v>
                </c:pt>
                <c:pt idx="159">
                  <c:v>O0160</c:v>
                </c:pt>
                <c:pt idx="160">
                  <c:v>O0161</c:v>
                </c:pt>
                <c:pt idx="161">
                  <c:v>O0162</c:v>
                </c:pt>
                <c:pt idx="162">
                  <c:v>O0163</c:v>
                </c:pt>
                <c:pt idx="163">
                  <c:v>O0164</c:v>
                </c:pt>
                <c:pt idx="164">
                  <c:v>O0165</c:v>
                </c:pt>
                <c:pt idx="165">
                  <c:v>O0166</c:v>
                </c:pt>
                <c:pt idx="166">
                  <c:v>O0167</c:v>
                </c:pt>
                <c:pt idx="167">
                  <c:v>O0168</c:v>
                </c:pt>
                <c:pt idx="168">
                  <c:v>O0169</c:v>
                </c:pt>
                <c:pt idx="169">
                  <c:v>O0170</c:v>
                </c:pt>
                <c:pt idx="170">
                  <c:v>O0171</c:v>
                </c:pt>
                <c:pt idx="171">
                  <c:v>O0172</c:v>
                </c:pt>
                <c:pt idx="172">
                  <c:v>O0173</c:v>
                </c:pt>
                <c:pt idx="173">
                  <c:v>O0174</c:v>
                </c:pt>
                <c:pt idx="174">
                  <c:v>O0175</c:v>
                </c:pt>
                <c:pt idx="175">
                  <c:v>O0176</c:v>
                </c:pt>
                <c:pt idx="176">
                  <c:v>O0177</c:v>
                </c:pt>
                <c:pt idx="177">
                  <c:v>O0178</c:v>
                </c:pt>
                <c:pt idx="178">
                  <c:v>O0179</c:v>
                </c:pt>
                <c:pt idx="179">
                  <c:v>O0180</c:v>
                </c:pt>
                <c:pt idx="180">
                  <c:v>O0181</c:v>
                </c:pt>
                <c:pt idx="181">
                  <c:v>O0182</c:v>
                </c:pt>
                <c:pt idx="182">
                  <c:v>O0183</c:v>
                </c:pt>
                <c:pt idx="183">
                  <c:v>O0184</c:v>
                </c:pt>
                <c:pt idx="184">
                  <c:v>O0185</c:v>
                </c:pt>
                <c:pt idx="185">
                  <c:v>O0186</c:v>
                </c:pt>
                <c:pt idx="186">
                  <c:v>O0187</c:v>
                </c:pt>
                <c:pt idx="187">
                  <c:v>O0188</c:v>
                </c:pt>
                <c:pt idx="188">
                  <c:v>O0189</c:v>
                </c:pt>
                <c:pt idx="189">
                  <c:v>O0190</c:v>
                </c:pt>
                <c:pt idx="190">
                  <c:v>O0191</c:v>
                </c:pt>
                <c:pt idx="191">
                  <c:v>O0192</c:v>
                </c:pt>
                <c:pt idx="192">
                  <c:v>O0193</c:v>
                </c:pt>
                <c:pt idx="193">
                  <c:v>O0194</c:v>
                </c:pt>
                <c:pt idx="194">
                  <c:v>O0195</c:v>
                </c:pt>
                <c:pt idx="195">
                  <c:v>O0196</c:v>
                </c:pt>
                <c:pt idx="196">
                  <c:v>O0197</c:v>
                </c:pt>
                <c:pt idx="197">
                  <c:v>O0198</c:v>
                </c:pt>
                <c:pt idx="198">
                  <c:v>O0199</c:v>
                </c:pt>
                <c:pt idx="199">
                  <c:v>O0200</c:v>
                </c:pt>
                <c:pt idx="200">
                  <c:v>O0201</c:v>
                </c:pt>
                <c:pt idx="201">
                  <c:v>O0202</c:v>
                </c:pt>
                <c:pt idx="202">
                  <c:v>O0203</c:v>
                </c:pt>
                <c:pt idx="203">
                  <c:v>O0204</c:v>
                </c:pt>
                <c:pt idx="204">
                  <c:v>O0205</c:v>
                </c:pt>
                <c:pt idx="205">
                  <c:v>O0206</c:v>
                </c:pt>
                <c:pt idx="206">
                  <c:v>O0207</c:v>
                </c:pt>
                <c:pt idx="207">
                  <c:v>O0208</c:v>
                </c:pt>
                <c:pt idx="208">
                  <c:v>O0209</c:v>
                </c:pt>
                <c:pt idx="209">
                  <c:v>O0210</c:v>
                </c:pt>
                <c:pt idx="210">
                  <c:v>O0211</c:v>
                </c:pt>
                <c:pt idx="211">
                  <c:v>O0212</c:v>
                </c:pt>
                <c:pt idx="212">
                  <c:v>O0213</c:v>
                </c:pt>
                <c:pt idx="213">
                  <c:v>O0214</c:v>
                </c:pt>
                <c:pt idx="214">
                  <c:v>O0215</c:v>
                </c:pt>
                <c:pt idx="215">
                  <c:v>O0216</c:v>
                </c:pt>
                <c:pt idx="216">
                  <c:v>O0217</c:v>
                </c:pt>
                <c:pt idx="217">
                  <c:v>O0218</c:v>
                </c:pt>
                <c:pt idx="218">
                  <c:v>O0219</c:v>
                </c:pt>
                <c:pt idx="219">
                  <c:v>O0220</c:v>
                </c:pt>
                <c:pt idx="220">
                  <c:v>O0221</c:v>
                </c:pt>
                <c:pt idx="221">
                  <c:v>O0222</c:v>
                </c:pt>
                <c:pt idx="222">
                  <c:v>O0223</c:v>
                </c:pt>
                <c:pt idx="223">
                  <c:v>O0224</c:v>
                </c:pt>
                <c:pt idx="224">
                  <c:v>O0225</c:v>
                </c:pt>
                <c:pt idx="225">
                  <c:v>O0226</c:v>
                </c:pt>
                <c:pt idx="226">
                  <c:v>O0227</c:v>
                </c:pt>
                <c:pt idx="227">
                  <c:v>O0228</c:v>
                </c:pt>
                <c:pt idx="228">
                  <c:v>O0229</c:v>
                </c:pt>
                <c:pt idx="229">
                  <c:v>O0230</c:v>
                </c:pt>
                <c:pt idx="230">
                  <c:v>O0231</c:v>
                </c:pt>
                <c:pt idx="231">
                  <c:v>O0232</c:v>
                </c:pt>
                <c:pt idx="232">
                  <c:v>O0233</c:v>
                </c:pt>
                <c:pt idx="233">
                  <c:v>O0234</c:v>
                </c:pt>
                <c:pt idx="234">
                  <c:v>O0235</c:v>
                </c:pt>
                <c:pt idx="235">
                  <c:v>O0236</c:v>
                </c:pt>
                <c:pt idx="236">
                  <c:v>O0237</c:v>
                </c:pt>
                <c:pt idx="237">
                  <c:v>O0238</c:v>
                </c:pt>
                <c:pt idx="238">
                  <c:v>O0239</c:v>
                </c:pt>
                <c:pt idx="239">
                  <c:v>O0240</c:v>
                </c:pt>
                <c:pt idx="240">
                  <c:v>O0241</c:v>
                </c:pt>
                <c:pt idx="241">
                  <c:v>O0242</c:v>
                </c:pt>
                <c:pt idx="242">
                  <c:v>O0243</c:v>
                </c:pt>
                <c:pt idx="243">
                  <c:v>O0244</c:v>
                </c:pt>
                <c:pt idx="244">
                  <c:v>O0245</c:v>
                </c:pt>
                <c:pt idx="245">
                  <c:v>O0246</c:v>
                </c:pt>
                <c:pt idx="246">
                  <c:v>O0247</c:v>
                </c:pt>
                <c:pt idx="247">
                  <c:v>O0248</c:v>
                </c:pt>
                <c:pt idx="248">
                  <c:v>O0249</c:v>
                </c:pt>
                <c:pt idx="249">
                  <c:v>O0250</c:v>
                </c:pt>
                <c:pt idx="250">
                  <c:v>O0251</c:v>
                </c:pt>
                <c:pt idx="251">
                  <c:v>O0252</c:v>
                </c:pt>
                <c:pt idx="252">
                  <c:v>O0253</c:v>
                </c:pt>
                <c:pt idx="253">
                  <c:v>O0254</c:v>
                </c:pt>
                <c:pt idx="254">
                  <c:v>O0255</c:v>
                </c:pt>
                <c:pt idx="255">
                  <c:v>O0256</c:v>
                </c:pt>
                <c:pt idx="256">
                  <c:v>O0257</c:v>
                </c:pt>
                <c:pt idx="257">
                  <c:v>O0258</c:v>
                </c:pt>
                <c:pt idx="258">
                  <c:v>O0259</c:v>
                </c:pt>
                <c:pt idx="259">
                  <c:v>O0260</c:v>
                </c:pt>
                <c:pt idx="260">
                  <c:v>O0261</c:v>
                </c:pt>
                <c:pt idx="261">
                  <c:v>O0262</c:v>
                </c:pt>
                <c:pt idx="262">
                  <c:v>O0263</c:v>
                </c:pt>
                <c:pt idx="263">
                  <c:v>O0264</c:v>
                </c:pt>
                <c:pt idx="264">
                  <c:v>O0265</c:v>
                </c:pt>
                <c:pt idx="265">
                  <c:v>O0266</c:v>
                </c:pt>
                <c:pt idx="266">
                  <c:v>O0267</c:v>
                </c:pt>
                <c:pt idx="267">
                  <c:v>O0268</c:v>
                </c:pt>
                <c:pt idx="268">
                  <c:v>O0269</c:v>
                </c:pt>
                <c:pt idx="269">
                  <c:v>O0270</c:v>
                </c:pt>
                <c:pt idx="270">
                  <c:v>O0271</c:v>
                </c:pt>
                <c:pt idx="271">
                  <c:v>O0272</c:v>
                </c:pt>
                <c:pt idx="272">
                  <c:v>O0273</c:v>
                </c:pt>
                <c:pt idx="273">
                  <c:v>O0274</c:v>
                </c:pt>
                <c:pt idx="274">
                  <c:v>O0275</c:v>
                </c:pt>
                <c:pt idx="275">
                  <c:v>O0276</c:v>
                </c:pt>
                <c:pt idx="276">
                  <c:v>O0277</c:v>
                </c:pt>
                <c:pt idx="277">
                  <c:v>O0278</c:v>
                </c:pt>
                <c:pt idx="278">
                  <c:v>O0279</c:v>
                </c:pt>
                <c:pt idx="279">
                  <c:v>O0280</c:v>
                </c:pt>
                <c:pt idx="280">
                  <c:v>O0281</c:v>
                </c:pt>
                <c:pt idx="281">
                  <c:v>O0282</c:v>
                </c:pt>
                <c:pt idx="282">
                  <c:v>O0283</c:v>
                </c:pt>
                <c:pt idx="283">
                  <c:v>O0284</c:v>
                </c:pt>
                <c:pt idx="284">
                  <c:v>O0285</c:v>
                </c:pt>
                <c:pt idx="285">
                  <c:v>O0286</c:v>
                </c:pt>
                <c:pt idx="286">
                  <c:v>O0287</c:v>
                </c:pt>
                <c:pt idx="287">
                  <c:v>O0288</c:v>
                </c:pt>
                <c:pt idx="288">
                  <c:v>O0289</c:v>
                </c:pt>
                <c:pt idx="289">
                  <c:v>O0290</c:v>
                </c:pt>
                <c:pt idx="290">
                  <c:v>O0291</c:v>
                </c:pt>
                <c:pt idx="291">
                  <c:v>O0292</c:v>
                </c:pt>
                <c:pt idx="292">
                  <c:v>O0293</c:v>
                </c:pt>
                <c:pt idx="293">
                  <c:v>O0294</c:v>
                </c:pt>
                <c:pt idx="294">
                  <c:v>O0295</c:v>
                </c:pt>
                <c:pt idx="295">
                  <c:v>O0296</c:v>
                </c:pt>
                <c:pt idx="296">
                  <c:v>O0297</c:v>
                </c:pt>
                <c:pt idx="297">
                  <c:v>O0298</c:v>
                </c:pt>
                <c:pt idx="298">
                  <c:v>O0299</c:v>
                </c:pt>
                <c:pt idx="299">
                  <c:v>O0300</c:v>
                </c:pt>
              </c:strCache>
              <c:extLst/>
            </c:strRef>
          </c:cat>
          <c:val>
            <c:numRef>
              <c:f>'sql1 3'!$E$2:$E$301</c:f>
              <c:numCache>
                <c:formatCode>General</c:formatCode>
                <c:ptCount val="300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2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2</c:v>
                </c:pt>
                <c:pt idx="33">
                  <c:v>0</c:v>
                </c:pt>
                <c:pt idx="34">
                  <c:v>1</c:v>
                </c:pt>
                <c:pt idx="35">
                  <c:v>1</c:v>
                </c:pt>
                <c:pt idx="36">
                  <c:v>2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1</c:v>
                </c:pt>
                <c:pt idx="41">
                  <c:v>1</c:v>
                </c:pt>
                <c:pt idx="42">
                  <c:v>2</c:v>
                </c:pt>
                <c:pt idx="43">
                  <c:v>2</c:v>
                </c:pt>
                <c:pt idx="44">
                  <c:v>1</c:v>
                </c:pt>
                <c:pt idx="45">
                  <c:v>2</c:v>
                </c:pt>
                <c:pt idx="46">
                  <c:v>1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1</c:v>
                </c:pt>
                <c:pt idx="56">
                  <c:v>1</c:v>
                </c:pt>
                <c:pt idx="57">
                  <c:v>0</c:v>
                </c:pt>
                <c:pt idx="58">
                  <c:v>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2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2</c:v>
                </c:pt>
                <c:pt idx="69">
                  <c:v>0</c:v>
                </c:pt>
                <c:pt idx="70">
                  <c:v>1</c:v>
                </c:pt>
                <c:pt idx="71">
                  <c:v>0</c:v>
                </c:pt>
                <c:pt idx="72">
                  <c:v>1</c:v>
                </c:pt>
                <c:pt idx="73">
                  <c:v>2</c:v>
                </c:pt>
                <c:pt idx="74">
                  <c:v>2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1</c:v>
                </c:pt>
                <c:pt idx="79">
                  <c:v>0</c:v>
                </c:pt>
                <c:pt idx="80">
                  <c:v>2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2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2</c:v>
                </c:pt>
                <c:pt idx="90">
                  <c:v>0</c:v>
                </c:pt>
                <c:pt idx="91">
                  <c:v>0</c:v>
                </c:pt>
                <c:pt idx="92">
                  <c:v>1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2</c:v>
                </c:pt>
                <c:pt idx="101">
                  <c:v>2</c:v>
                </c:pt>
                <c:pt idx="102">
                  <c:v>0</c:v>
                </c:pt>
                <c:pt idx="103">
                  <c:v>2</c:v>
                </c:pt>
                <c:pt idx="104">
                  <c:v>1</c:v>
                </c:pt>
                <c:pt idx="105">
                  <c:v>0</c:v>
                </c:pt>
                <c:pt idx="106">
                  <c:v>2</c:v>
                </c:pt>
                <c:pt idx="107">
                  <c:v>2</c:v>
                </c:pt>
                <c:pt idx="108">
                  <c:v>0</c:v>
                </c:pt>
                <c:pt idx="109">
                  <c:v>1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1</c:v>
                </c:pt>
                <c:pt idx="118">
                  <c:v>1</c:v>
                </c:pt>
                <c:pt idx="119">
                  <c:v>2</c:v>
                </c:pt>
                <c:pt idx="120">
                  <c:v>0</c:v>
                </c:pt>
                <c:pt idx="121">
                  <c:v>2</c:v>
                </c:pt>
                <c:pt idx="122">
                  <c:v>1</c:v>
                </c:pt>
                <c:pt idx="123">
                  <c:v>1</c:v>
                </c:pt>
                <c:pt idx="124">
                  <c:v>0</c:v>
                </c:pt>
                <c:pt idx="125">
                  <c:v>1</c:v>
                </c:pt>
                <c:pt idx="126">
                  <c:v>1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2</c:v>
                </c:pt>
                <c:pt idx="138">
                  <c:v>2</c:v>
                </c:pt>
                <c:pt idx="139">
                  <c:v>0</c:v>
                </c:pt>
                <c:pt idx="140">
                  <c:v>0</c:v>
                </c:pt>
                <c:pt idx="141">
                  <c:v>1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2</c:v>
                </c:pt>
                <c:pt idx="148">
                  <c:v>0</c:v>
                </c:pt>
                <c:pt idx="149">
                  <c:v>2</c:v>
                </c:pt>
                <c:pt idx="150">
                  <c:v>0</c:v>
                </c:pt>
                <c:pt idx="151">
                  <c:v>0</c:v>
                </c:pt>
                <c:pt idx="152">
                  <c:v>2</c:v>
                </c:pt>
                <c:pt idx="153">
                  <c:v>0</c:v>
                </c:pt>
                <c:pt idx="154">
                  <c:v>1</c:v>
                </c:pt>
                <c:pt idx="155">
                  <c:v>1</c:v>
                </c:pt>
                <c:pt idx="156">
                  <c:v>0</c:v>
                </c:pt>
                <c:pt idx="157">
                  <c:v>1</c:v>
                </c:pt>
                <c:pt idx="158">
                  <c:v>0</c:v>
                </c:pt>
                <c:pt idx="159">
                  <c:v>1</c:v>
                </c:pt>
                <c:pt idx="160">
                  <c:v>0</c:v>
                </c:pt>
                <c:pt idx="161">
                  <c:v>1</c:v>
                </c:pt>
                <c:pt idx="162">
                  <c:v>0</c:v>
                </c:pt>
                <c:pt idx="163">
                  <c:v>1</c:v>
                </c:pt>
                <c:pt idx="164">
                  <c:v>0</c:v>
                </c:pt>
                <c:pt idx="165">
                  <c:v>2</c:v>
                </c:pt>
                <c:pt idx="166">
                  <c:v>0</c:v>
                </c:pt>
                <c:pt idx="167">
                  <c:v>0</c:v>
                </c:pt>
                <c:pt idx="168">
                  <c:v>1</c:v>
                </c:pt>
                <c:pt idx="169">
                  <c:v>1</c:v>
                </c:pt>
                <c:pt idx="170">
                  <c:v>2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2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2</c:v>
                </c:pt>
                <c:pt idx="184">
                  <c:v>0</c:v>
                </c:pt>
                <c:pt idx="185">
                  <c:v>1</c:v>
                </c:pt>
                <c:pt idx="186">
                  <c:v>0</c:v>
                </c:pt>
                <c:pt idx="187">
                  <c:v>1</c:v>
                </c:pt>
                <c:pt idx="188">
                  <c:v>0</c:v>
                </c:pt>
                <c:pt idx="189">
                  <c:v>0</c:v>
                </c:pt>
                <c:pt idx="190">
                  <c:v>1</c:v>
                </c:pt>
                <c:pt idx="191">
                  <c:v>2</c:v>
                </c:pt>
                <c:pt idx="192">
                  <c:v>1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2</c:v>
                </c:pt>
                <c:pt idx="197">
                  <c:v>0</c:v>
                </c:pt>
                <c:pt idx="198">
                  <c:v>2</c:v>
                </c:pt>
                <c:pt idx="199">
                  <c:v>2</c:v>
                </c:pt>
                <c:pt idx="200">
                  <c:v>0</c:v>
                </c:pt>
                <c:pt idx="201">
                  <c:v>2</c:v>
                </c:pt>
                <c:pt idx="202">
                  <c:v>1</c:v>
                </c:pt>
                <c:pt idx="203">
                  <c:v>2</c:v>
                </c:pt>
                <c:pt idx="204">
                  <c:v>2</c:v>
                </c:pt>
                <c:pt idx="205">
                  <c:v>2</c:v>
                </c:pt>
                <c:pt idx="206">
                  <c:v>0</c:v>
                </c:pt>
                <c:pt idx="207">
                  <c:v>1</c:v>
                </c:pt>
                <c:pt idx="208">
                  <c:v>0</c:v>
                </c:pt>
                <c:pt idx="209">
                  <c:v>0</c:v>
                </c:pt>
                <c:pt idx="210">
                  <c:v>2</c:v>
                </c:pt>
                <c:pt idx="211">
                  <c:v>0</c:v>
                </c:pt>
                <c:pt idx="212">
                  <c:v>1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2</c:v>
                </c:pt>
                <c:pt idx="220">
                  <c:v>0</c:v>
                </c:pt>
                <c:pt idx="221">
                  <c:v>2</c:v>
                </c:pt>
                <c:pt idx="222">
                  <c:v>1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1</c:v>
                </c:pt>
                <c:pt idx="230">
                  <c:v>2</c:v>
                </c:pt>
                <c:pt idx="231">
                  <c:v>1</c:v>
                </c:pt>
                <c:pt idx="232">
                  <c:v>1</c:v>
                </c:pt>
                <c:pt idx="233">
                  <c:v>2</c:v>
                </c:pt>
                <c:pt idx="234">
                  <c:v>0</c:v>
                </c:pt>
                <c:pt idx="235">
                  <c:v>1</c:v>
                </c:pt>
                <c:pt idx="236">
                  <c:v>0</c:v>
                </c:pt>
                <c:pt idx="237">
                  <c:v>2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2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1</c:v>
                </c:pt>
                <c:pt idx="249">
                  <c:v>2</c:v>
                </c:pt>
                <c:pt idx="250">
                  <c:v>1</c:v>
                </c:pt>
                <c:pt idx="251">
                  <c:v>0</c:v>
                </c:pt>
                <c:pt idx="252">
                  <c:v>1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2</c:v>
                </c:pt>
                <c:pt idx="258">
                  <c:v>2</c:v>
                </c:pt>
                <c:pt idx="259">
                  <c:v>2</c:v>
                </c:pt>
                <c:pt idx="260">
                  <c:v>0</c:v>
                </c:pt>
                <c:pt idx="261">
                  <c:v>0</c:v>
                </c:pt>
                <c:pt idx="262">
                  <c:v>2</c:v>
                </c:pt>
                <c:pt idx="263">
                  <c:v>1</c:v>
                </c:pt>
                <c:pt idx="264">
                  <c:v>0</c:v>
                </c:pt>
                <c:pt idx="265">
                  <c:v>0</c:v>
                </c:pt>
                <c:pt idx="266">
                  <c:v>2</c:v>
                </c:pt>
                <c:pt idx="267">
                  <c:v>2</c:v>
                </c:pt>
                <c:pt idx="268">
                  <c:v>0</c:v>
                </c:pt>
                <c:pt idx="269">
                  <c:v>1</c:v>
                </c:pt>
                <c:pt idx="270">
                  <c:v>1</c:v>
                </c:pt>
                <c:pt idx="271">
                  <c:v>2</c:v>
                </c:pt>
                <c:pt idx="272">
                  <c:v>2</c:v>
                </c:pt>
                <c:pt idx="273">
                  <c:v>2</c:v>
                </c:pt>
                <c:pt idx="274">
                  <c:v>2</c:v>
                </c:pt>
                <c:pt idx="275">
                  <c:v>2</c:v>
                </c:pt>
                <c:pt idx="276">
                  <c:v>0</c:v>
                </c:pt>
                <c:pt idx="277">
                  <c:v>2</c:v>
                </c:pt>
                <c:pt idx="278">
                  <c:v>2</c:v>
                </c:pt>
                <c:pt idx="279">
                  <c:v>1</c:v>
                </c:pt>
                <c:pt idx="280">
                  <c:v>1</c:v>
                </c:pt>
                <c:pt idx="281">
                  <c:v>2</c:v>
                </c:pt>
                <c:pt idx="282">
                  <c:v>0</c:v>
                </c:pt>
                <c:pt idx="283">
                  <c:v>0</c:v>
                </c:pt>
                <c:pt idx="284">
                  <c:v>2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1</c:v>
                </c:pt>
                <c:pt idx="293">
                  <c:v>2</c:v>
                </c:pt>
                <c:pt idx="294">
                  <c:v>1</c:v>
                </c:pt>
                <c:pt idx="295">
                  <c:v>0</c:v>
                </c:pt>
                <c:pt idx="296">
                  <c:v>0</c:v>
                </c:pt>
                <c:pt idx="297">
                  <c:v>1</c:v>
                </c:pt>
                <c:pt idx="298">
                  <c:v>1</c:v>
                </c:pt>
                <c:pt idx="29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FC-42ED-BB52-3817693321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17052943"/>
        <c:axId val="117048623"/>
      </c:areaChart>
      <c:catAx>
        <c:axId val="1170529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048623"/>
        <c:crosses val="autoZero"/>
        <c:auto val="1"/>
        <c:lblAlgn val="ctr"/>
        <c:lblOffset val="100"/>
        <c:noMultiLvlLbl val="0"/>
      </c:catAx>
      <c:valAx>
        <c:axId val="117048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05294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[Book1]Sheet2!PivotTable13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Count of Order_ID by Route_ID and Delivery_Status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6329191987231302E-2"/>
          <c:y val="9.470490104431846E-2"/>
          <c:w val="0.95977288260325944"/>
          <c:h val="0.84620000032742393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Sheet2!$B$3:$B$4</c:f>
              <c:strCache>
                <c:ptCount val="1"/>
                <c:pt idx="0">
                  <c:v>Delayed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Sheet2!$A$5:$A$24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Sheet2!$B$5:$B$24</c:f>
              <c:numCache>
                <c:formatCode>General</c:formatCode>
                <c:ptCount val="20"/>
                <c:pt idx="0">
                  <c:v>6</c:v>
                </c:pt>
                <c:pt idx="1">
                  <c:v>7</c:v>
                </c:pt>
                <c:pt idx="2">
                  <c:v>4</c:v>
                </c:pt>
                <c:pt idx="3">
                  <c:v>10</c:v>
                </c:pt>
                <c:pt idx="4">
                  <c:v>7</c:v>
                </c:pt>
                <c:pt idx="5">
                  <c:v>4</c:v>
                </c:pt>
                <c:pt idx="6">
                  <c:v>7</c:v>
                </c:pt>
                <c:pt idx="7">
                  <c:v>5</c:v>
                </c:pt>
                <c:pt idx="8">
                  <c:v>6</c:v>
                </c:pt>
                <c:pt idx="9">
                  <c:v>9</c:v>
                </c:pt>
                <c:pt idx="10">
                  <c:v>9</c:v>
                </c:pt>
                <c:pt idx="11">
                  <c:v>8</c:v>
                </c:pt>
                <c:pt idx="12">
                  <c:v>9</c:v>
                </c:pt>
                <c:pt idx="13">
                  <c:v>5</c:v>
                </c:pt>
                <c:pt idx="14">
                  <c:v>3</c:v>
                </c:pt>
                <c:pt idx="15">
                  <c:v>3</c:v>
                </c:pt>
                <c:pt idx="16">
                  <c:v>8</c:v>
                </c:pt>
                <c:pt idx="17">
                  <c:v>6</c:v>
                </c:pt>
                <c:pt idx="18">
                  <c:v>4</c:v>
                </c:pt>
                <c:pt idx="19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5E-45DA-A8E7-73BEB4974A3E}"/>
            </c:ext>
          </c:extLst>
        </c:ser>
        <c:ser>
          <c:idx val="1"/>
          <c:order val="1"/>
          <c:tx>
            <c:strRef>
              <c:f>Sheet2!$C$3:$C$4</c:f>
              <c:strCache>
                <c:ptCount val="1"/>
                <c:pt idx="0">
                  <c:v>On Time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Sheet2!$A$5:$A$24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Sheet2!$C$5:$C$24</c:f>
              <c:numCache>
                <c:formatCode>General</c:formatCode>
                <c:ptCount val="20"/>
                <c:pt idx="0">
                  <c:v>9</c:v>
                </c:pt>
                <c:pt idx="1">
                  <c:v>15</c:v>
                </c:pt>
                <c:pt idx="2">
                  <c:v>6</c:v>
                </c:pt>
                <c:pt idx="3">
                  <c:v>10</c:v>
                </c:pt>
                <c:pt idx="4">
                  <c:v>8</c:v>
                </c:pt>
                <c:pt idx="5">
                  <c:v>7</c:v>
                </c:pt>
                <c:pt idx="6">
                  <c:v>9</c:v>
                </c:pt>
                <c:pt idx="7">
                  <c:v>11</c:v>
                </c:pt>
                <c:pt idx="8">
                  <c:v>10</c:v>
                </c:pt>
                <c:pt idx="9">
                  <c:v>11</c:v>
                </c:pt>
                <c:pt idx="10">
                  <c:v>11</c:v>
                </c:pt>
                <c:pt idx="11">
                  <c:v>4</c:v>
                </c:pt>
                <c:pt idx="12">
                  <c:v>8</c:v>
                </c:pt>
                <c:pt idx="13">
                  <c:v>8</c:v>
                </c:pt>
                <c:pt idx="14">
                  <c:v>3</c:v>
                </c:pt>
                <c:pt idx="15">
                  <c:v>9</c:v>
                </c:pt>
                <c:pt idx="16">
                  <c:v>6</c:v>
                </c:pt>
                <c:pt idx="17">
                  <c:v>9</c:v>
                </c:pt>
                <c:pt idx="18">
                  <c:v>9</c:v>
                </c:pt>
                <c:pt idx="1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5E-45DA-A8E7-73BEB4974A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shape val="box"/>
        <c:axId val="66663951"/>
        <c:axId val="66657231"/>
        <c:axId val="0"/>
      </c:bar3DChart>
      <c:catAx>
        <c:axId val="66663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57231"/>
        <c:crosses val="autoZero"/>
        <c:auto val="1"/>
        <c:lblAlgn val="ctr"/>
        <c:lblOffset val="100"/>
        <c:noMultiLvlLbl val="0"/>
      </c:catAx>
      <c:valAx>
        <c:axId val="66657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63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[Book1]Sheet3!PivotTable42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Count of Order_ID by Route_ID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Count of Order_ID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Sheet3!$A$4:$A$23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Sheet3!$B$4:$B$23</c:f>
              <c:numCache>
                <c:formatCode>General</c:formatCode>
                <c:ptCount val="20"/>
                <c:pt idx="0">
                  <c:v>15</c:v>
                </c:pt>
                <c:pt idx="1">
                  <c:v>22</c:v>
                </c:pt>
                <c:pt idx="2">
                  <c:v>10</c:v>
                </c:pt>
                <c:pt idx="3">
                  <c:v>20</c:v>
                </c:pt>
                <c:pt idx="4">
                  <c:v>15</c:v>
                </c:pt>
                <c:pt idx="5">
                  <c:v>11</c:v>
                </c:pt>
                <c:pt idx="6">
                  <c:v>16</c:v>
                </c:pt>
                <c:pt idx="7">
                  <c:v>16</c:v>
                </c:pt>
                <c:pt idx="8">
                  <c:v>16</c:v>
                </c:pt>
                <c:pt idx="9">
                  <c:v>20</c:v>
                </c:pt>
                <c:pt idx="10">
                  <c:v>20</c:v>
                </c:pt>
                <c:pt idx="11">
                  <c:v>12</c:v>
                </c:pt>
                <c:pt idx="12">
                  <c:v>17</c:v>
                </c:pt>
                <c:pt idx="13">
                  <c:v>13</c:v>
                </c:pt>
                <c:pt idx="14">
                  <c:v>6</c:v>
                </c:pt>
                <c:pt idx="15">
                  <c:v>12</c:v>
                </c:pt>
                <c:pt idx="16">
                  <c:v>14</c:v>
                </c:pt>
                <c:pt idx="17">
                  <c:v>15</c:v>
                </c:pt>
                <c:pt idx="18">
                  <c:v>13</c:v>
                </c:pt>
                <c:pt idx="19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63-4E79-96DC-A008AE1BA2E4}"/>
            </c:ext>
          </c:extLst>
        </c:ser>
        <c:ser>
          <c:idx val="1"/>
          <c:order val="1"/>
          <c:tx>
            <c:strRef>
              <c:f>Sheet3!$C$3</c:f>
              <c:strCache>
                <c:ptCount val="1"/>
                <c:pt idx="0">
                  <c:v>Sum of Delivery_Delay_Days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Sheet3!$A$4:$A$23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Sheet3!$C$4:$C$23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63-4E79-96DC-A008AE1BA2E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66624111"/>
        <c:axId val="66623151"/>
      </c:barChart>
      <c:catAx>
        <c:axId val="66624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23151"/>
        <c:crosses val="autoZero"/>
        <c:auto val="1"/>
        <c:lblAlgn val="ctr"/>
        <c:lblOffset val="100"/>
        <c:noMultiLvlLbl val="0"/>
      </c:catAx>
      <c:valAx>
        <c:axId val="6662315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6624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0469816272965886E-2"/>
          <c:y val="2.5428331875182269E-2"/>
          <c:w val="0.89019685039370078"/>
          <c:h val="0.72088764946048411"/>
        </c:manualLayout>
      </c:layout>
      <c:scatterChart>
        <c:scatterStyle val="lineMarker"/>
        <c:varyColors val="0"/>
        <c:ser>
          <c:idx val="0"/>
          <c:order val="0"/>
          <c:tx>
            <c:strRef>
              <c:f>'sql2 3'!$D$1</c:f>
              <c:strCache>
                <c:ptCount val="1"/>
                <c:pt idx="0">
                  <c:v>Delay_Rank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 prstMaterial="matte">
                <a:bevelT w="25400" h="25400" prst="relaxedInset"/>
              </a:sp3d>
            </c:spPr>
          </c:marker>
          <c:trendline>
            <c:spPr>
              <a:ln w="19050" cap="rnd">
                <a:solidFill>
                  <a:schemeClr val="accent1"/>
                </a:solidFill>
                <a:prstDash val="sysDash"/>
              </a:ln>
              <a:effectLst/>
            </c:spPr>
            <c:trendlineType val="linear"/>
            <c:dispRSqr val="0"/>
            <c:dispEq val="0"/>
          </c:trendline>
          <c:xVal>
            <c:numRef>
              <c:f>'sql2 3'!$C$2:$C$301</c:f>
              <c:numCache>
                <c:formatCode>General</c:formatCode>
                <c:ptCount val="300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2</c:v>
                </c:pt>
                <c:pt idx="34">
                  <c:v>9</c:v>
                </c:pt>
                <c:pt idx="35">
                  <c:v>7</c:v>
                </c:pt>
                <c:pt idx="36">
                  <c:v>7</c:v>
                </c:pt>
                <c:pt idx="37">
                  <c:v>7</c:v>
                </c:pt>
                <c:pt idx="38">
                  <c:v>7</c:v>
                </c:pt>
                <c:pt idx="39">
                  <c:v>7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6</c:v>
                </c:pt>
                <c:pt idx="44">
                  <c:v>6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4</c:v>
                </c:pt>
                <c:pt idx="55">
                  <c:v>4</c:v>
                </c:pt>
                <c:pt idx="56">
                  <c:v>4</c:v>
                </c:pt>
                <c:pt idx="57">
                  <c:v>4</c:v>
                </c:pt>
                <c:pt idx="58">
                  <c:v>4</c:v>
                </c:pt>
                <c:pt idx="59">
                  <c:v>3</c:v>
                </c:pt>
                <c:pt idx="60">
                  <c:v>2</c:v>
                </c:pt>
                <c:pt idx="61">
                  <c:v>2</c:v>
                </c:pt>
                <c:pt idx="62">
                  <c:v>8</c:v>
                </c:pt>
                <c:pt idx="63">
                  <c:v>7</c:v>
                </c:pt>
                <c:pt idx="64">
                  <c:v>7</c:v>
                </c:pt>
                <c:pt idx="65">
                  <c:v>7</c:v>
                </c:pt>
                <c:pt idx="66">
                  <c:v>7</c:v>
                </c:pt>
                <c:pt idx="67">
                  <c:v>6</c:v>
                </c:pt>
                <c:pt idx="68">
                  <c:v>6</c:v>
                </c:pt>
                <c:pt idx="69">
                  <c:v>6</c:v>
                </c:pt>
                <c:pt idx="70">
                  <c:v>6</c:v>
                </c:pt>
                <c:pt idx="71">
                  <c:v>6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3</c:v>
                </c:pt>
                <c:pt idx="81">
                  <c:v>3</c:v>
                </c:pt>
                <c:pt idx="82">
                  <c:v>3</c:v>
                </c:pt>
                <c:pt idx="83">
                  <c:v>3</c:v>
                </c:pt>
                <c:pt idx="84">
                  <c:v>2</c:v>
                </c:pt>
                <c:pt idx="85">
                  <c:v>9</c:v>
                </c:pt>
                <c:pt idx="86">
                  <c:v>8</c:v>
                </c:pt>
                <c:pt idx="87">
                  <c:v>8</c:v>
                </c:pt>
                <c:pt idx="88">
                  <c:v>8</c:v>
                </c:pt>
                <c:pt idx="89">
                  <c:v>7</c:v>
                </c:pt>
                <c:pt idx="90">
                  <c:v>7</c:v>
                </c:pt>
                <c:pt idx="91">
                  <c:v>7</c:v>
                </c:pt>
                <c:pt idx="92">
                  <c:v>7</c:v>
                </c:pt>
                <c:pt idx="93">
                  <c:v>7</c:v>
                </c:pt>
                <c:pt idx="94">
                  <c:v>7</c:v>
                </c:pt>
                <c:pt idx="95">
                  <c:v>7</c:v>
                </c:pt>
                <c:pt idx="96">
                  <c:v>7</c:v>
                </c:pt>
                <c:pt idx="97">
                  <c:v>7</c:v>
                </c:pt>
                <c:pt idx="98">
                  <c:v>7</c:v>
                </c:pt>
                <c:pt idx="99">
                  <c:v>6</c:v>
                </c:pt>
                <c:pt idx="100">
                  <c:v>6</c:v>
                </c:pt>
                <c:pt idx="101">
                  <c:v>6</c:v>
                </c:pt>
                <c:pt idx="102">
                  <c:v>6</c:v>
                </c:pt>
                <c:pt idx="103">
                  <c:v>6</c:v>
                </c:pt>
                <c:pt idx="104">
                  <c:v>6</c:v>
                </c:pt>
                <c:pt idx="105">
                  <c:v>6</c:v>
                </c:pt>
                <c:pt idx="106">
                  <c:v>5</c:v>
                </c:pt>
                <c:pt idx="107">
                  <c:v>5</c:v>
                </c:pt>
                <c:pt idx="108">
                  <c:v>4</c:v>
                </c:pt>
                <c:pt idx="109">
                  <c:v>4</c:v>
                </c:pt>
                <c:pt idx="110">
                  <c:v>4</c:v>
                </c:pt>
                <c:pt idx="111">
                  <c:v>3</c:v>
                </c:pt>
                <c:pt idx="112">
                  <c:v>3</c:v>
                </c:pt>
                <c:pt idx="113">
                  <c:v>3</c:v>
                </c:pt>
                <c:pt idx="114">
                  <c:v>2</c:v>
                </c:pt>
                <c:pt idx="115">
                  <c:v>2</c:v>
                </c:pt>
                <c:pt idx="116">
                  <c:v>9</c:v>
                </c:pt>
                <c:pt idx="117">
                  <c:v>8</c:v>
                </c:pt>
                <c:pt idx="118">
                  <c:v>8</c:v>
                </c:pt>
                <c:pt idx="119">
                  <c:v>7</c:v>
                </c:pt>
                <c:pt idx="120">
                  <c:v>7</c:v>
                </c:pt>
                <c:pt idx="121">
                  <c:v>7</c:v>
                </c:pt>
                <c:pt idx="122">
                  <c:v>7</c:v>
                </c:pt>
                <c:pt idx="123">
                  <c:v>7</c:v>
                </c:pt>
                <c:pt idx="124">
                  <c:v>7</c:v>
                </c:pt>
                <c:pt idx="125">
                  <c:v>6</c:v>
                </c:pt>
                <c:pt idx="126">
                  <c:v>6</c:v>
                </c:pt>
                <c:pt idx="127">
                  <c:v>6</c:v>
                </c:pt>
                <c:pt idx="128">
                  <c:v>4</c:v>
                </c:pt>
                <c:pt idx="129">
                  <c:v>4</c:v>
                </c:pt>
                <c:pt idx="130">
                  <c:v>4</c:v>
                </c:pt>
                <c:pt idx="131">
                  <c:v>4</c:v>
                </c:pt>
                <c:pt idx="132">
                  <c:v>4</c:v>
                </c:pt>
                <c:pt idx="133">
                  <c:v>3</c:v>
                </c:pt>
                <c:pt idx="134">
                  <c:v>3</c:v>
                </c:pt>
                <c:pt idx="135">
                  <c:v>3</c:v>
                </c:pt>
                <c:pt idx="136">
                  <c:v>3</c:v>
                </c:pt>
                <c:pt idx="137">
                  <c:v>3</c:v>
                </c:pt>
                <c:pt idx="138">
                  <c:v>2</c:v>
                </c:pt>
                <c:pt idx="139">
                  <c:v>2</c:v>
                </c:pt>
                <c:pt idx="140">
                  <c:v>2</c:v>
                </c:pt>
                <c:pt idx="141">
                  <c:v>9</c:v>
                </c:pt>
                <c:pt idx="142">
                  <c:v>9</c:v>
                </c:pt>
                <c:pt idx="143">
                  <c:v>9</c:v>
                </c:pt>
                <c:pt idx="144">
                  <c:v>8</c:v>
                </c:pt>
                <c:pt idx="145">
                  <c:v>7</c:v>
                </c:pt>
                <c:pt idx="146">
                  <c:v>7</c:v>
                </c:pt>
                <c:pt idx="147">
                  <c:v>7</c:v>
                </c:pt>
                <c:pt idx="148">
                  <c:v>7</c:v>
                </c:pt>
                <c:pt idx="149">
                  <c:v>7</c:v>
                </c:pt>
                <c:pt idx="150">
                  <c:v>7</c:v>
                </c:pt>
                <c:pt idx="151">
                  <c:v>6</c:v>
                </c:pt>
                <c:pt idx="152">
                  <c:v>6</c:v>
                </c:pt>
                <c:pt idx="153">
                  <c:v>6</c:v>
                </c:pt>
                <c:pt idx="154">
                  <c:v>6</c:v>
                </c:pt>
                <c:pt idx="155">
                  <c:v>6</c:v>
                </c:pt>
                <c:pt idx="156">
                  <c:v>6</c:v>
                </c:pt>
                <c:pt idx="157">
                  <c:v>6</c:v>
                </c:pt>
                <c:pt idx="158">
                  <c:v>6</c:v>
                </c:pt>
                <c:pt idx="159">
                  <c:v>5</c:v>
                </c:pt>
                <c:pt idx="160">
                  <c:v>5</c:v>
                </c:pt>
                <c:pt idx="161">
                  <c:v>5</c:v>
                </c:pt>
                <c:pt idx="162">
                  <c:v>5</c:v>
                </c:pt>
                <c:pt idx="163">
                  <c:v>4</c:v>
                </c:pt>
                <c:pt idx="164">
                  <c:v>4</c:v>
                </c:pt>
                <c:pt idx="165">
                  <c:v>4</c:v>
                </c:pt>
                <c:pt idx="166">
                  <c:v>4</c:v>
                </c:pt>
                <c:pt idx="167">
                  <c:v>4</c:v>
                </c:pt>
                <c:pt idx="168">
                  <c:v>4</c:v>
                </c:pt>
                <c:pt idx="169">
                  <c:v>3</c:v>
                </c:pt>
                <c:pt idx="170">
                  <c:v>3</c:v>
                </c:pt>
                <c:pt idx="171">
                  <c:v>3</c:v>
                </c:pt>
                <c:pt idx="172">
                  <c:v>3</c:v>
                </c:pt>
                <c:pt idx="173">
                  <c:v>3</c:v>
                </c:pt>
                <c:pt idx="174">
                  <c:v>2</c:v>
                </c:pt>
                <c:pt idx="175">
                  <c:v>2</c:v>
                </c:pt>
                <c:pt idx="176">
                  <c:v>2</c:v>
                </c:pt>
                <c:pt idx="177">
                  <c:v>2</c:v>
                </c:pt>
                <c:pt idx="178">
                  <c:v>9</c:v>
                </c:pt>
                <c:pt idx="179">
                  <c:v>9</c:v>
                </c:pt>
                <c:pt idx="180">
                  <c:v>9</c:v>
                </c:pt>
                <c:pt idx="181">
                  <c:v>8</c:v>
                </c:pt>
                <c:pt idx="182">
                  <c:v>7</c:v>
                </c:pt>
                <c:pt idx="183">
                  <c:v>7</c:v>
                </c:pt>
                <c:pt idx="184">
                  <c:v>7</c:v>
                </c:pt>
                <c:pt idx="185">
                  <c:v>7</c:v>
                </c:pt>
                <c:pt idx="186">
                  <c:v>7</c:v>
                </c:pt>
                <c:pt idx="187">
                  <c:v>7</c:v>
                </c:pt>
                <c:pt idx="188">
                  <c:v>6</c:v>
                </c:pt>
                <c:pt idx="189">
                  <c:v>6</c:v>
                </c:pt>
                <c:pt idx="190">
                  <c:v>6</c:v>
                </c:pt>
                <c:pt idx="191">
                  <c:v>6</c:v>
                </c:pt>
                <c:pt idx="192">
                  <c:v>6</c:v>
                </c:pt>
                <c:pt idx="193">
                  <c:v>6</c:v>
                </c:pt>
                <c:pt idx="194">
                  <c:v>6</c:v>
                </c:pt>
                <c:pt idx="195">
                  <c:v>5</c:v>
                </c:pt>
                <c:pt idx="196">
                  <c:v>5</c:v>
                </c:pt>
                <c:pt idx="197">
                  <c:v>5</c:v>
                </c:pt>
                <c:pt idx="198">
                  <c:v>5</c:v>
                </c:pt>
                <c:pt idx="199">
                  <c:v>5</c:v>
                </c:pt>
                <c:pt idx="200">
                  <c:v>5</c:v>
                </c:pt>
                <c:pt idx="201">
                  <c:v>4</c:v>
                </c:pt>
                <c:pt idx="202">
                  <c:v>4</c:v>
                </c:pt>
                <c:pt idx="203">
                  <c:v>4</c:v>
                </c:pt>
                <c:pt idx="204">
                  <c:v>4</c:v>
                </c:pt>
                <c:pt idx="205">
                  <c:v>4</c:v>
                </c:pt>
                <c:pt idx="206">
                  <c:v>4</c:v>
                </c:pt>
                <c:pt idx="207">
                  <c:v>4</c:v>
                </c:pt>
                <c:pt idx="208">
                  <c:v>4</c:v>
                </c:pt>
                <c:pt idx="209">
                  <c:v>3</c:v>
                </c:pt>
                <c:pt idx="210">
                  <c:v>3</c:v>
                </c:pt>
                <c:pt idx="211">
                  <c:v>3</c:v>
                </c:pt>
                <c:pt idx="212">
                  <c:v>2</c:v>
                </c:pt>
                <c:pt idx="213">
                  <c:v>2</c:v>
                </c:pt>
                <c:pt idx="214">
                  <c:v>2</c:v>
                </c:pt>
                <c:pt idx="215">
                  <c:v>2</c:v>
                </c:pt>
                <c:pt idx="216">
                  <c:v>7</c:v>
                </c:pt>
                <c:pt idx="217">
                  <c:v>7</c:v>
                </c:pt>
                <c:pt idx="218">
                  <c:v>7</c:v>
                </c:pt>
                <c:pt idx="219">
                  <c:v>7</c:v>
                </c:pt>
                <c:pt idx="220">
                  <c:v>6</c:v>
                </c:pt>
                <c:pt idx="221">
                  <c:v>6</c:v>
                </c:pt>
                <c:pt idx="222">
                  <c:v>6</c:v>
                </c:pt>
                <c:pt idx="223">
                  <c:v>6</c:v>
                </c:pt>
                <c:pt idx="224">
                  <c:v>5</c:v>
                </c:pt>
                <c:pt idx="225">
                  <c:v>5</c:v>
                </c:pt>
                <c:pt idx="226">
                  <c:v>5</c:v>
                </c:pt>
                <c:pt idx="227">
                  <c:v>5</c:v>
                </c:pt>
                <c:pt idx="228">
                  <c:v>5</c:v>
                </c:pt>
                <c:pt idx="229">
                  <c:v>4</c:v>
                </c:pt>
                <c:pt idx="230">
                  <c:v>4</c:v>
                </c:pt>
                <c:pt idx="231">
                  <c:v>4</c:v>
                </c:pt>
                <c:pt idx="232">
                  <c:v>4</c:v>
                </c:pt>
                <c:pt idx="233">
                  <c:v>4</c:v>
                </c:pt>
                <c:pt idx="234">
                  <c:v>3</c:v>
                </c:pt>
                <c:pt idx="235">
                  <c:v>3</c:v>
                </c:pt>
                <c:pt idx="236">
                  <c:v>2</c:v>
                </c:pt>
                <c:pt idx="237">
                  <c:v>9</c:v>
                </c:pt>
                <c:pt idx="238">
                  <c:v>8</c:v>
                </c:pt>
                <c:pt idx="239">
                  <c:v>8</c:v>
                </c:pt>
                <c:pt idx="240">
                  <c:v>7</c:v>
                </c:pt>
                <c:pt idx="241">
                  <c:v>7</c:v>
                </c:pt>
                <c:pt idx="242">
                  <c:v>7</c:v>
                </c:pt>
                <c:pt idx="243">
                  <c:v>7</c:v>
                </c:pt>
                <c:pt idx="244">
                  <c:v>7</c:v>
                </c:pt>
                <c:pt idx="245">
                  <c:v>6</c:v>
                </c:pt>
                <c:pt idx="246">
                  <c:v>6</c:v>
                </c:pt>
                <c:pt idx="247">
                  <c:v>6</c:v>
                </c:pt>
                <c:pt idx="248">
                  <c:v>6</c:v>
                </c:pt>
                <c:pt idx="249">
                  <c:v>6</c:v>
                </c:pt>
                <c:pt idx="250">
                  <c:v>6</c:v>
                </c:pt>
                <c:pt idx="251">
                  <c:v>5</c:v>
                </c:pt>
                <c:pt idx="252">
                  <c:v>5</c:v>
                </c:pt>
                <c:pt idx="253">
                  <c:v>5</c:v>
                </c:pt>
                <c:pt idx="254">
                  <c:v>5</c:v>
                </c:pt>
                <c:pt idx="255">
                  <c:v>5</c:v>
                </c:pt>
                <c:pt idx="256">
                  <c:v>4</c:v>
                </c:pt>
                <c:pt idx="257">
                  <c:v>4</c:v>
                </c:pt>
                <c:pt idx="258">
                  <c:v>4</c:v>
                </c:pt>
                <c:pt idx="259">
                  <c:v>4</c:v>
                </c:pt>
                <c:pt idx="260">
                  <c:v>4</c:v>
                </c:pt>
                <c:pt idx="261">
                  <c:v>4</c:v>
                </c:pt>
                <c:pt idx="262">
                  <c:v>3</c:v>
                </c:pt>
                <c:pt idx="263">
                  <c:v>3</c:v>
                </c:pt>
                <c:pt idx="264">
                  <c:v>3</c:v>
                </c:pt>
                <c:pt idx="265">
                  <c:v>2</c:v>
                </c:pt>
                <c:pt idx="266">
                  <c:v>2</c:v>
                </c:pt>
                <c:pt idx="267">
                  <c:v>2</c:v>
                </c:pt>
                <c:pt idx="268">
                  <c:v>2</c:v>
                </c:pt>
                <c:pt idx="269">
                  <c:v>2</c:v>
                </c:pt>
                <c:pt idx="270">
                  <c:v>9</c:v>
                </c:pt>
                <c:pt idx="271">
                  <c:v>9</c:v>
                </c:pt>
                <c:pt idx="272">
                  <c:v>9</c:v>
                </c:pt>
                <c:pt idx="273">
                  <c:v>8</c:v>
                </c:pt>
                <c:pt idx="274">
                  <c:v>8</c:v>
                </c:pt>
                <c:pt idx="275">
                  <c:v>7</c:v>
                </c:pt>
                <c:pt idx="276">
                  <c:v>7</c:v>
                </c:pt>
                <c:pt idx="277">
                  <c:v>7</c:v>
                </c:pt>
                <c:pt idx="278">
                  <c:v>7</c:v>
                </c:pt>
                <c:pt idx="279">
                  <c:v>6</c:v>
                </c:pt>
                <c:pt idx="280">
                  <c:v>6</c:v>
                </c:pt>
                <c:pt idx="281">
                  <c:v>6</c:v>
                </c:pt>
                <c:pt idx="282">
                  <c:v>6</c:v>
                </c:pt>
                <c:pt idx="283">
                  <c:v>6</c:v>
                </c:pt>
                <c:pt idx="284">
                  <c:v>6</c:v>
                </c:pt>
                <c:pt idx="285">
                  <c:v>6</c:v>
                </c:pt>
                <c:pt idx="286">
                  <c:v>5</c:v>
                </c:pt>
                <c:pt idx="287">
                  <c:v>5</c:v>
                </c:pt>
                <c:pt idx="288">
                  <c:v>5</c:v>
                </c:pt>
                <c:pt idx="289">
                  <c:v>5</c:v>
                </c:pt>
                <c:pt idx="290">
                  <c:v>5</c:v>
                </c:pt>
                <c:pt idx="291">
                  <c:v>5</c:v>
                </c:pt>
                <c:pt idx="292">
                  <c:v>4</c:v>
                </c:pt>
                <c:pt idx="293">
                  <c:v>4</c:v>
                </c:pt>
                <c:pt idx="294">
                  <c:v>4</c:v>
                </c:pt>
                <c:pt idx="295">
                  <c:v>3</c:v>
                </c:pt>
                <c:pt idx="296">
                  <c:v>3</c:v>
                </c:pt>
                <c:pt idx="297">
                  <c:v>3</c:v>
                </c:pt>
                <c:pt idx="298">
                  <c:v>3</c:v>
                </c:pt>
                <c:pt idx="299">
                  <c:v>3</c:v>
                </c:pt>
              </c:numCache>
            </c:numRef>
          </c:xVal>
          <c:yVal>
            <c:numRef>
              <c:f>'sql2 3'!$D$2:$D$301</c:f>
              <c:numCache>
                <c:formatCode>General</c:formatCode>
                <c:ptCount val="3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8</c:v>
                </c:pt>
                <c:pt idx="15">
                  <c:v>8</c:v>
                </c:pt>
                <c:pt idx="16">
                  <c:v>8</c:v>
                </c:pt>
                <c:pt idx="17">
                  <c:v>18</c:v>
                </c:pt>
                <c:pt idx="18">
                  <c:v>18</c:v>
                </c:pt>
                <c:pt idx="19">
                  <c:v>18</c:v>
                </c:pt>
                <c:pt idx="20">
                  <c:v>18</c:v>
                </c:pt>
                <c:pt idx="21">
                  <c:v>18</c:v>
                </c:pt>
                <c:pt idx="22">
                  <c:v>18</c:v>
                </c:pt>
                <c:pt idx="23">
                  <c:v>24</c:v>
                </c:pt>
                <c:pt idx="24">
                  <c:v>24</c:v>
                </c:pt>
                <c:pt idx="25">
                  <c:v>24</c:v>
                </c:pt>
                <c:pt idx="26">
                  <c:v>24</c:v>
                </c:pt>
                <c:pt idx="27">
                  <c:v>24</c:v>
                </c:pt>
                <c:pt idx="28">
                  <c:v>24</c:v>
                </c:pt>
                <c:pt idx="29">
                  <c:v>24</c:v>
                </c:pt>
                <c:pt idx="30">
                  <c:v>31</c:v>
                </c:pt>
                <c:pt idx="31">
                  <c:v>31</c:v>
                </c:pt>
                <c:pt idx="32">
                  <c:v>31</c:v>
                </c:pt>
                <c:pt idx="33">
                  <c:v>34</c:v>
                </c:pt>
                <c:pt idx="34">
                  <c:v>1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7</c:v>
                </c:pt>
                <c:pt idx="41">
                  <c:v>7</c:v>
                </c:pt>
                <c:pt idx="42">
                  <c:v>7</c:v>
                </c:pt>
                <c:pt idx="43">
                  <c:v>7</c:v>
                </c:pt>
                <c:pt idx="44">
                  <c:v>7</c:v>
                </c:pt>
                <c:pt idx="45">
                  <c:v>12</c:v>
                </c:pt>
                <c:pt idx="46">
                  <c:v>12</c:v>
                </c:pt>
                <c:pt idx="47">
                  <c:v>12</c:v>
                </c:pt>
                <c:pt idx="48">
                  <c:v>12</c:v>
                </c:pt>
                <c:pt idx="49">
                  <c:v>12</c:v>
                </c:pt>
                <c:pt idx="50">
                  <c:v>12</c:v>
                </c:pt>
                <c:pt idx="51">
                  <c:v>12</c:v>
                </c:pt>
                <c:pt idx="52">
                  <c:v>12</c:v>
                </c:pt>
                <c:pt idx="53">
                  <c:v>12</c:v>
                </c:pt>
                <c:pt idx="54">
                  <c:v>21</c:v>
                </c:pt>
                <c:pt idx="55">
                  <c:v>21</c:v>
                </c:pt>
                <c:pt idx="56">
                  <c:v>21</c:v>
                </c:pt>
                <c:pt idx="57">
                  <c:v>21</c:v>
                </c:pt>
                <c:pt idx="58">
                  <c:v>21</c:v>
                </c:pt>
                <c:pt idx="59">
                  <c:v>26</c:v>
                </c:pt>
                <c:pt idx="60">
                  <c:v>27</c:v>
                </c:pt>
                <c:pt idx="61">
                  <c:v>27</c:v>
                </c:pt>
                <c:pt idx="62">
                  <c:v>1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6</c:v>
                </c:pt>
                <c:pt idx="68">
                  <c:v>6</c:v>
                </c:pt>
                <c:pt idx="69">
                  <c:v>6</c:v>
                </c:pt>
                <c:pt idx="70">
                  <c:v>6</c:v>
                </c:pt>
                <c:pt idx="71">
                  <c:v>6</c:v>
                </c:pt>
                <c:pt idx="72">
                  <c:v>11</c:v>
                </c:pt>
                <c:pt idx="73">
                  <c:v>11</c:v>
                </c:pt>
                <c:pt idx="74">
                  <c:v>11</c:v>
                </c:pt>
                <c:pt idx="75">
                  <c:v>11</c:v>
                </c:pt>
                <c:pt idx="76">
                  <c:v>15</c:v>
                </c:pt>
                <c:pt idx="77">
                  <c:v>15</c:v>
                </c:pt>
                <c:pt idx="78">
                  <c:v>15</c:v>
                </c:pt>
                <c:pt idx="79">
                  <c:v>15</c:v>
                </c:pt>
                <c:pt idx="80">
                  <c:v>19</c:v>
                </c:pt>
                <c:pt idx="81">
                  <c:v>19</c:v>
                </c:pt>
                <c:pt idx="82">
                  <c:v>19</c:v>
                </c:pt>
                <c:pt idx="83">
                  <c:v>19</c:v>
                </c:pt>
                <c:pt idx="84">
                  <c:v>23</c:v>
                </c:pt>
                <c:pt idx="85">
                  <c:v>1</c:v>
                </c:pt>
                <c:pt idx="86">
                  <c:v>2</c:v>
                </c:pt>
                <c:pt idx="87">
                  <c:v>2</c:v>
                </c:pt>
                <c:pt idx="88">
                  <c:v>2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15</c:v>
                </c:pt>
                <c:pt idx="100">
                  <c:v>15</c:v>
                </c:pt>
                <c:pt idx="101">
                  <c:v>15</c:v>
                </c:pt>
                <c:pt idx="102">
                  <c:v>15</c:v>
                </c:pt>
                <c:pt idx="103">
                  <c:v>15</c:v>
                </c:pt>
                <c:pt idx="104">
                  <c:v>15</c:v>
                </c:pt>
                <c:pt idx="105">
                  <c:v>15</c:v>
                </c:pt>
                <c:pt idx="106">
                  <c:v>22</c:v>
                </c:pt>
                <c:pt idx="107">
                  <c:v>22</c:v>
                </c:pt>
                <c:pt idx="108">
                  <c:v>24</c:v>
                </c:pt>
                <c:pt idx="109">
                  <c:v>24</c:v>
                </c:pt>
                <c:pt idx="110">
                  <c:v>24</c:v>
                </c:pt>
                <c:pt idx="111">
                  <c:v>27</c:v>
                </c:pt>
                <c:pt idx="112">
                  <c:v>27</c:v>
                </c:pt>
                <c:pt idx="113">
                  <c:v>27</c:v>
                </c:pt>
                <c:pt idx="114">
                  <c:v>30</c:v>
                </c:pt>
                <c:pt idx="115">
                  <c:v>30</c:v>
                </c:pt>
                <c:pt idx="116">
                  <c:v>1</c:v>
                </c:pt>
                <c:pt idx="117">
                  <c:v>2</c:v>
                </c:pt>
                <c:pt idx="118">
                  <c:v>2</c:v>
                </c:pt>
                <c:pt idx="119">
                  <c:v>4</c:v>
                </c:pt>
                <c:pt idx="120">
                  <c:v>4</c:v>
                </c:pt>
                <c:pt idx="121">
                  <c:v>4</c:v>
                </c:pt>
                <c:pt idx="122">
                  <c:v>4</c:v>
                </c:pt>
                <c:pt idx="123">
                  <c:v>4</c:v>
                </c:pt>
                <c:pt idx="124">
                  <c:v>4</c:v>
                </c:pt>
                <c:pt idx="125">
                  <c:v>10</c:v>
                </c:pt>
                <c:pt idx="126">
                  <c:v>10</c:v>
                </c:pt>
                <c:pt idx="127">
                  <c:v>10</c:v>
                </c:pt>
                <c:pt idx="128">
                  <c:v>13</c:v>
                </c:pt>
                <c:pt idx="129">
                  <c:v>13</c:v>
                </c:pt>
                <c:pt idx="130">
                  <c:v>13</c:v>
                </c:pt>
                <c:pt idx="131">
                  <c:v>13</c:v>
                </c:pt>
                <c:pt idx="132">
                  <c:v>13</c:v>
                </c:pt>
                <c:pt idx="133">
                  <c:v>18</c:v>
                </c:pt>
                <c:pt idx="134">
                  <c:v>18</c:v>
                </c:pt>
                <c:pt idx="135">
                  <c:v>18</c:v>
                </c:pt>
                <c:pt idx="136">
                  <c:v>18</c:v>
                </c:pt>
                <c:pt idx="137">
                  <c:v>18</c:v>
                </c:pt>
                <c:pt idx="138">
                  <c:v>23</c:v>
                </c:pt>
                <c:pt idx="139">
                  <c:v>23</c:v>
                </c:pt>
                <c:pt idx="140">
                  <c:v>23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4</c:v>
                </c:pt>
                <c:pt idx="145">
                  <c:v>5</c:v>
                </c:pt>
                <c:pt idx="146">
                  <c:v>5</c:v>
                </c:pt>
                <c:pt idx="147">
                  <c:v>5</c:v>
                </c:pt>
                <c:pt idx="148">
                  <c:v>5</c:v>
                </c:pt>
                <c:pt idx="149">
                  <c:v>5</c:v>
                </c:pt>
                <c:pt idx="150">
                  <c:v>5</c:v>
                </c:pt>
                <c:pt idx="151">
                  <c:v>11</c:v>
                </c:pt>
                <c:pt idx="152">
                  <c:v>11</c:v>
                </c:pt>
                <c:pt idx="153">
                  <c:v>11</c:v>
                </c:pt>
                <c:pt idx="154">
                  <c:v>11</c:v>
                </c:pt>
                <c:pt idx="155">
                  <c:v>11</c:v>
                </c:pt>
                <c:pt idx="156">
                  <c:v>11</c:v>
                </c:pt>
                <c:pt idx="157">
                  <c:v>11</c:v>
                </c:pt>
                <c:pt idx="158">
                  <c:v>11</c:v>
                </c:pt>
                <c:pt idx="159">
                  <c:v>19</c:v>
                </c:pt>
                <c:pt idx="160">
                  <c:v>19</c:v>
                </c:pt>
                <c:pt idx="161">
                  <c:v>19</c:v>
                </c:pt>
                <c:pt idx="162">
                  <c:v>19</c:v>
                </c:pt>
                <c:pt idx="163">
                  <c:v>23</c:v>
                </c:pt>
                <c:pt idx="164">
                  <c:v>23</c:v>
                </c:pt>
                <c:pt idx="165">
                  <c:v>23</c:v>
                </c:pt>
                <c:pt idx="166">
                  <c:v>23</c:v>
                </c:pt>
                <c:pt idx="167">
                  <c:v>23</c:v>
                </c:pt>
                <c:pt idx="168">
                  <c:v>23</c:v>
                </c:pt>
                <c:pt idx="169">
                  <c:v>29</c:v>
                </c:pt>
                <c:pt idx="170">
                  <c:v>29</c:v>
                </c:pt>
                <c:pt idx="171">
                  <c:v>29</c:v>
                </c:pt>
                <c:pt idx="172">
                  <c:v>29</c:v>
                </c:pt>
                <c:pt idx="173">
                  <c:v>29</c:v>
                </c:pt>
                <c:pt idx="174">
                  <c:v>34</c:v>
                </c:pt>
                <c:pt idx="175">
                  <c:v>34</c:v>
                </c:pt>
                <c:pt idx="176">
                  <c:v>34</c:v>
                </c:pt>
                <c:pt idx="177">
                  <c:v>34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4</c:v>
                </c:pt>
                <c:pt idx="182">
                  <c:v>5</c:v>
                </c:pt>
                <c:pt idx="183">
                  <c:v>5</c:v>
                </c:pt>
                <c:pt idx="184">
                  <c:v>5</c:v>
                </c:pt>
                <c:pt idx="185">
                  <c:v>5</c:v>
                </c:pt>
                <c:pt idx="186">
                  <c:v>5</c:v>
                </c:pt>
                <c:pt idx="187">
                  <c:v>5</c:v>
                </c:pt>
                <c:pt idx="188">
                  <c:v>11</c:v>
                </c:pt>
                <c:pt idx="189">
                  <c:v>11</c:v>
                </c:pt>
                <c:pt idx="190">
                  <c:v>11</c:v>
                </c:pt>
                <c:pt idx="191">
                  <c:v>11</c:v>
                </c:pt>
                <c:pt idx="192">
                  <c:v>11</c:v>
                </c:pt>
                <c:pt idx="193">
                  <c:v>11</c:v>
                </c:pt>
                <c:pt idx="194">
                  <c:v>11</c:v>
                </c:pt>
                <c:pt idx="195">
                  <c:v>18</c:v>
                </c:pt>
                <c:pt idx="196">
                  <c:v>18</c:v>
                </c:pt>
                <c:pt idx="197">
                  <c:v>18</c:v>
                </c:pt>
                <c:pt idx="198">
                  <c:v>18</c:v>
                </c:pt>
                <c:pt idx="199">
                  <c:v>18</c:v>
                </c:pt>
                <c:pt idx="200">
                  <c:v>18</c:v>
                </c:pt>
                <c:pt idx="201">
                  <c:v>24</c:v>
                </c:pt>
                <c:pt idx="202">
                  <c:v>24</c:v>
                </c:pt>
                <c:pt idx="203">
                  <c:v>24</c:v>
                </c:pt>
                <c:pt idx="204">
                  <c:v>24</c:v>
                </c:pt>
                <c:pt idx="205">
                  <c:v>24</c:v>
                </c:pt>
                <c:pt idx="206">
                  <c:v>24</c:v>
                </c:pt>
                <c:pt idx="207">
                  <c:v>24</c:v>
                </c:pt>
                <c:pt idx="208">
                  <c:v>24</c:v>
                </c:pt>
                <c:pt idx="209">
                  <c:v>32</c:v>
                </c:pt>
                <c:pt idx="210">
                  <c:v>32</c:v>
                </c:pt>
                <c:pt idx="211">
                  <c:v>32</c:v>
                </c:pt>
                <c:pt idx="212">
                  <c:v>35</c:v>
                </c:pt>
                <c:pt idx="213">
                  <c:v>35</c:v>
                </c:pt>
                <c:pt idx="214">
                  <c:v>35</c:v>
                </c:pt>
                <c:pt idx="215">
                  <c:v>35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5</c:v>
                </c:pt>
                <c:pt idx="221">
                  <c:v>5</c:v>
                </c:pt>
                <c:pt idx="222">
                  <c:v>5</c:v>
                </c:pt>
                <c:pt idx="223">
                  <c:v>5</c:v>
                </c:pt>
                <c:pt idx="224">
                  <c:v>9</c:v>
                </c:pt>
                <c:pt idx="225">
                  <c:v>9</c:v>
                </c:pt>
                <c:pt idx="226">
                  <c:v>9</c:v>
                </c:pt>
                <c:pt idx="227">
                  <c:v>9</c:v>
                </c:pt>
                <c:pt idx="228">
                  <c:v>9</c:v>
                </c:pt>
                <c:pt idx="229">
                  <c:v>14</c:v>
                </c:pt>
                <c:pt idx="230">
                  <c:v>14</c:v>
                </c:pt>
                <c:pt idx="231">
                  <c:v>14</c:v>
                </c:pt>
                <c:pt idx="232">
                  <c:v>14</c:v>
                </c:pt>
                <c:pt idx="233">
                  <c:v>14</c:v>
                </c:pt>
                <c:pt idx="234">
                  <c:v>19</c:v>
                </c:pt>
                <c:pt idx="235">
                  <c:v>19</c:v>
                </c:pt>
                <c:pt idx="236">
                  <c:v>21</c:v>
                </c:pt>
                <c:pt idx="237">
                  <c:v>1</c:v>
                </c:pt>
                <c:pt idx="238">
                  <c:v>2</c:v>
                </c:pt>
                <c:pt idx="239">
                  <c:v>2</c:v>
                </c:pt>
                <c:pt idx="240">
                  <c:v>4</c:v>
                </c:pt>
                <c:pt idx="241">
                  <c:v>4</c:v>
                </c:pt>
                <c:pt idx="242">
                  <c:v>4</c:v>
                </c:pt>
                <c:pt idx="243">
                  <c:v>4</c:v>
                </c:pt>
                <c:pt idx="244">
                  <c:v>4</c:v>
                </c:pt>
                <c:pt idx="245">
                  <c:v>9</c:v>
                </c:pt>
                <c:pt idx="246">
                  <c:v>9</c:v>
                </c:pt>
                <c:pt idx="247">
                  <c:v>9</c:v>
                </c:pt>
                <c:pt idx="248">
                  <c:v>9</c:v>
                </c:pt>
                <c:pt idx="249">
                  <c:v>9</c:v>
                </c:pt>
                <c:pt idx="250">
                  <c:v>9</c:v>
                </c:pt>
                <c:pt idx="251">
                  <c:v>15</c:v>
                </c:pt>
                <c:pt idx="252">
                  <c:v>15</c:v>
                </c:pt>
                <c:pt idx="253">
                  <c:v>15</c:v>
                </c:pt>
                <c:pt idx="254">
                  <c:v>15</c:v>
                </c:pt>
                <c:pt idx="255">
                  <c:v>15</c:v>
                </c:pt>
                <c:pt idx="256">
                  <c:v>20</c:v>
                </c:pt>
                <c:pt idx="257">
                  <c:v>20</c:v>
                </c:pt>
                <c:pt idx="258">
                  <c:v>20</c:v>
                </c:pt>
                <c:pt idx="259">
                  <c:v>20</c:v>
                </c:pt>
                <c:pt idx="260">
                  <c:v>20</c:v>
                </c:pt>
                <c:pt idx="261">
                  <c:v>20</c:v>
                </c:pt>
                <c:pt idx="262">
                  <c:v>26</c:v>
                </c:pt>
                <c:pt idx="263">
                  <c:v>26</c:v>
                </c:pt>
                <c:pt idx="264">
                  <c:v>26</c:v>
                </c:pt>
                <c:pt idx="265">
                  <c:v>29</c:v>
                </c:pt>
                <c:pt idx="266">
                  <c:v>29</c:v>
                </c:pt>
                <c:pt idx="267">
                  <c:v>29</c:v>
                </c:pt>
                <c:pt idx="268">
                  <c:v>29</c:v>
                </c:pt>
                <c:pt idx="269">
                  <c:v>29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4</c:v>
                </c:pt>
                <c:pt idx="274">
                  <c:v>4</c:v>
                </c:pt>
                <c:pt idx="275">
                  <c:v>6</c:v>
                </c:pt>
                <c:pt idx="276">
                  <c:v>6</c:v>
                </c:pt>
                <c:pt idx="277">
                  <c:v>6</c:v>
                </c:pt>
                <c:pt idx="278">
                  <c:v>6</c:v>
                </c:pt>
                <c:pt idx="279">
                  <c:v>10</c:v>
                </c:pt>
                <c:pt idx="280">
                  <c:v>10</c:v>
                </c:pt>
                <c:pt idx="281">
                  <c:v>10</c:v>
                </c:pt>
                <c:pt idx="282">
                  <c:v>10</c:v>
                </c:pt>
                <c:pt idx="283">
                  <c:v>10</c:v>
                </c:pt>
                <c:pt idx="284">
                  <c:v>10</c:v>
                </c:pt>
                <c:pt idx="285">
                  <c:v>10</c:v>
                </c:pt>
                <c:pt idx="286">
                  <c:v>17</c:v>
                </c:pt>
                <c:pt idx="287">
                  <c:v>17</c:v>
                </c:pt>
                <c:pt idx="288">
                  <c:v>17</c:v>
                </c:pt>
                <c:pt idx="289">
                  <c:v>17</c:v>
                </c:pt>
                <c:pt idx="290">
                  <c:v>17</c:v>
                </c:pt>
                <c:pt idx="291">
                  <c:v>17</c:v>
                </c:pt>
                <c:pt idx="292">
                  <c:v>23</c:v>
                </c:pt>
                <c:pt idx="293">
                  <c:v>23</c:v>
                </c:pt>
                <c:pt idx="294">
                  <c:v>23</c:v>
                </c:pt>
                <c:pt idx="295">
                  <c:v>26</c:v>
                </c:pt>
                <c:pt idx="296">
                  <c:v>26</c:v>
                </c:pt>
                <c:pt idx="297">
                  <c:v>26</c:v>
                </c:pt>
                <c:pt idx="298">
                  <c:v>26</c:v>
                </c:pt>
                <c:pt idx="299">
                  <c:v>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A28-4E9F-92BE-F0D431D42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075471"/>
        <c:axId val="2094074991"/>
      </c:scatterChart>
      <c:valAx>
        <c:axId val="20940754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074991"/>
        <c:crosses val="autoZero"/>
        <c:crossBetween val="midCat"/>
      </c:valAx>
      <c:valAx>
        <c:axId val="2094074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0754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  <c:perspective val="5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'sql3 2'!$B$1</c:f>
              <c:strCache>
                <c:ptCount val="1"/>
                <c:pt idx="0">
                  <c:v>Average_Traffic_Delay_Min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935-4F4A-8D35-302BE2CF33D9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935-4F4A-8D35-302BE2CF33D9}"/>
              </c:ext>
            </c:extLst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7935-4F4A-8D35-302BE2CF33D9}"/>
              </c:ext>
            </c:extLst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7935-4F4A-8D35-302BE2CF33D9}"/>
              </c:ext>
            </c:extLst>
          </c:dPt>
          <c:dPt>
            <c:idx val="4"/>
            <c:bubble3D val="0"/>
            <c:spPr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accent5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7935-4F4A-8D35-302BE2CF33D9}"/>
              </c:ext>
            </c:extLst>
          </c:dPt>
          <c:dPt>
            <c:idx val="5"/>
            <c:bubble3D val="0"/>
            <c:spPr>
              <a:gradFill>
                <a:gsLst>
                  <a:gs pos="100000">
                    <a:schemeClr val="accent6">
                      <a:lumMod val="60000"/>
                      <a:lumOff val="40000"/>
                    </a:schemeClr>
                  </a:gs>
                  <a:gs pos="0">
                    <a:schemeClr val="accent6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7935-4F4A-8D35-302BE2CF33D9}"/>
              </c:ext>
            </c:extLst>
          </c:dPt>
          <c:dPt>
            <c:idx val="6"/>
            <c:bubble3D val="0"/>
            <c:spPr>
              <a:gradFill>
                <a:gsLst>
                  <a:gs pos="100000">
                    <a:schemeClr val="accent1">
                      <a:lumMod val="60000"/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7935-4F4A-8D35-302BE2CF33D9}"/>
              </c:ext>
            </c:extLst>
          </c:dPt>
          <c:dPt>
            <c:idx val="7"/>
            <c:bubble3D val="0"/>
            <c:spPr>
              <a:gradFill>
                <a:gsLst>
                  <a:gs pos="100000">
                    <a:schemeClr val="accent2">
                      <a:lumMod val="60000"/>
                      <a:lumMod val="60000"/>
                      <a:lumOff val="40000"/>
                    </a:schemeClr>
                  </a:gs>
                  <a:gs pos="0">
                    <a:schemeClr val="accent2">
                      <a:lumMod val="6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7935-4F4A-8D35-302BE2CF33D9}"/>
              </c:ext>
            </c:extLst>
          </c:dPt>
          <c:dPt>
            <c:idx val="8"/>
            <c:bubble3D val="0"/>
            <c:spPr>
              <a:gradFill>
                <a:gsLst>
                  <a:gs pos="100000">
                    <a:schemeClr val="accent3">
                      <a:lumMod val="60000"/>
                      <a:lumMod val="60000"/>
                      <a:lumOff val="40000"/>
                    </a:schemeClr>
                  </a:gs>
                  <a:gs pos="0">
                    <a:schemeClr val="accent3">
                      <a:lumMod val="6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7935-4F4A-8D35-302BE2CF33D9}"/>
              </c:ext>
            </c:extLst>
          </c:dPt>
          <c:dPt>
            <c:idx val="9"/>
            <c:bubble3D val="0"/>
            <c:spPr>
              <a:gradFill>
                <a:gsLst>
                  <a:gs pos="100000">
                    <a:schemeClr val="accent4">
                      <a:lumMod val="60000"/>
                      <a:lumMod val="60000"/>
                      <a:lumOff val="40000"/>
                    </a:schemeClr>
                  </a:gs>
                  <a:gs pos="0">
                    <a:schemeClr val="accent4">
                      <a:lumMod val="6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7935-4F4A-8D35-302BE2CF33D9}"/>
              </c:ext>
            </c:extLst>
          </c:dPt>
          <c:dPt>
            <c:idx val="10"/>
            <c:bubble3D val="0"/>
            <c:spPr>
              <a:gradFill>
                <a:gsLst>
                  <a:gs pos="100000">
                    <a:schemeClr val="accent5">
                      <a:lumMod val="60000"/>
                      <a:lumMod val="60000"/>
                      <a:lumOff val="40000"/>
                    </a:schemeClr>
                  </a:gs>
                  <a:gs pos="0">
                    <a:schemeClr val="accent5">
                      <a:lumMod val="6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5-7935-4F4A-8D35-302BE2CF33D9}"/>
              </c:ext>
            </c:extLst>
          </c:dPt>
          <c:dPt>
            <c:idx val="11"/>
            <c:bubble3D val="0"/>
            <c:spPr>
              <a:gradFill>
                <a:gsLst>
                  <a:gs pos="100000">
                    <a:schemeClr val="accent6">
                      <a:lumMod val="60000"/>
                      <a:lumMod val="60000"/>
                      <a:lumOff val="40000"/>
                    </a:schemeClr>
                  </a:gs>
                  <a:gs pos="0">
                    <a:schemeClr val="accent6">
                      <a:lumMod val="6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7-7935-4F4A-8D35-302BE2CF33D9}"/>
              </c:ext>
            </c:extLst>
          </c:dPt>
          <c:dPt>
            <c:idx val="12"/>
            <c:bubble3D val="0"/>
            <c:spPr>
              <a:gradFill>
                <a:gsLst>
                  <a:gs pos="100000">
                    <a:schemeClr val="accent1">
                      <a:lumMod val="80000"/>
                      <a:lumOff val="20000"/>
                      <a:lumMod val="60000"/>
                      <a:lumOff val="40000"/>
                    </a:schemeClr>
                  </a:gs>
                  <a:gs pos="0">
                    <a:schemeClr val="accent1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9-7935-4F4A-8D35-302BE2CF33D9}"/>
              </c:ext>
            </c:extLst>
          </c:dPt>
          <c:dPt>
            <c:idx val="13"/>
            <c:bubble3D val="0"/>
            <c:spPr>
              <a:gradFill>
                <a:gsLst>
                  <a:gs pos="100000">
                    <a:schemeClr val="accent2">
                      <a:lumMod val="80000"/>
                      <a:lumOff val="20000"/>
                      <a:lumMod val="60000"/>
                      <a:lumOff val="40000"/>
                    </a:schemeClr>
                  </a:gs>
                  <a:gs pos="0">
                    <a:schemeClr val="accent2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B-7935-4F4A-8D35-302BE2CF33D9}"/>
              </c:ext>
            </c:extLst>
          </c:dPt>
          <c:dPt>
            <c:idx val="14"/>
            <c:bubble3D val="0"/>
            <c:spPr>
              <a:gradFill>
                <a:gsLst>
                  <a:gs pos="100000">
                    <a:schemeClr val="accent3">
                      <a:lumMod val="80000"/>
                      <a:lumOff val="20000"/>
                      <a:lumMod val="60000"/>
                      <a:lumOff val="40000"/>
                    </a:schemeClr>
                  </a:gs>
                  <a:gs pos="0">
                    <a:schemeClr val="accent3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D-7935-4F4A-8D35-302BE2CF33D9}"/>
              </c:ext>
            </c:extLst>
          </c:dPt>
          <c:dPt>
            <c:idx val="15"/>
            <c:bubble3D val="0"/>
            <c:spPr>
              <a:gradFill>
                <a:gsLst>
                  <a:gs pos="100000">
                    <a:schemeClr val="accent4">
                      <a:lumMod val="80000"/>
                      <a:lumOff val="20000"/>
                      <a:lumMod val="60000"/>
                      <a:lumOff val="40000"/>
                    </a:schemeClr>
                  </a:gs>
                  <a:gs pos="0">
                    <a:schemeClr val="accent4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F-7935-4F4A-8D35-302BE2CF33D9}"/>
              </c:ext>
            </c:extLst>
          </c:dPt>
          <c:dPt>
            <c:idx val="16"/>
            <c:bubble3D val="0"/>
            <c:spPr>
              <a:gradFill>
                <a:gsLst>
                  <a:gs pos="100000">
                    <a:schemeClr val="accent5">
                      <a:lumMod val="80000"/>
                      <a:lumOff val="20000"/>
                      <a:lumMod val="60000"/>
                      <a:lumOff val="40000"/>
                    </a:schemeClr>
                  </a:gs>
                  <a:gs pos="0">
                    <a:schemeClr val="accent5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1-7935-4F4A-8D35-302BE2CF33D9}"/>
              </c:ext>
            </c:extLst>
          </c:dPt>
          <c:dPt>
            <c:idx val="17"/>
            <c:bubble3D val="0"/>
            <c:spPr>
              <a:gradFill>
                <a:gsLst>
                  <a:gs pos="100000">
                    <a:schemeClr val="accent6">
                      <a:lumMod val="80000"/>
                      <a:lumOff val="20000"/>
                      <a:lumMod val="60000"/>
                      <a:lumOff val="40000"/>
                    </a:schemeClr>
                  </a:gs>
                  <a:gs pos="0">
                    <a:schemeClr val="accent6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3-7935-4F4A-8D35-302BE2CF33D9}"/>
              </c:ext>
            </c:extLst>
          </c:dPt>
          <c:dPt>
            <c:idx val="18"/>
            <c:bubble3D val="0"/>
            <c:spPr>
              <a:gradFill>
                <a:gsLst>
                  <a:gs pos="100000">
                    <a:schemeClr val="accent1">
                      <a:lumMod val="80000"/>
                      <a:lumMod val="60000"/>
                      <a:lumOff val="40000"/>
                    </a:schemeClr>
                  </a:gs>
                  <a:gs pos="0">
                    <a:schemeClr val="accent1">
                      <a:lumMod val="8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5-7935-4F4A-8D35-302BE2CF33D9}"/>
              </c:ext>
            </c:extLst>
          </c:dPt>
          <c:dPt>
            <c:idx val="19"/>
            <c:bubble3D val="0"/>
            <c:spPr>
              <a:gradFill>
                <a:gsLst>
                  <a:gs pos="100000">
                    <a:schemeClr val="accent2">
                      <a:lumMod val="80000"/>
                      <a:lumMod val="60000"/>
                      <a:lumOff val="40000"/>
                    </a:schemeClr>
                  </a:gs>
                  <a:gs pos="0">
                    <a:schemeClr val="accent2">
                      <a:lumMod val="80000"/>
                    </a:schemeClr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7-7935-4F4A-8D35-302BE2CF33D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'sql3 2'!$A$2:$A$21</c:f>
              <c:strCache>
                <c:ptCount val="20"/>
                <c:pt idx="0">
                  <c:v>R004</c:v>
                </c:pt>
                <c:pt idx="1">
                  <c:v>R016</c:v>
                </c:pt>
                <c:pt idx="2">
                  <c:v>R017</c:v>
                </c:pt>
                <c:pt idx="3">
                  <c:v>R003</c:v>
                </c:pt>
                <c:pt idx="4">
                  <c:v>R018</c:v>
                </c:pt>
                <c:pt idx="5">
                  <c:v>R002</c:v>
                </c:pt>
                <c:pt idx="6">
                  <c:v>R020</c:v>
                </c:pt>
                <c:pt idx="7">
                  <c:v>R011</c:v>
                </c:pt>
                <c:pt idx="8">
                  <c:v>R005</c:v>
                </c:pt>
                <c:pt idx="9">
                  <c:v>R012</c:v>
                </c:pt>
                <c:pt idx="10">
                  <c:v>R015</c:v>
                </c:pt>
                <c:pt idx="11">
                  <c:v>R008</c:v>
                </c:pt>
                <c:pt idx="12">
                  <c:v>R001</c:v>
                </c:pt>
                <c:pt idx="13">
                  <c:v>R019</c:v>
                </c:pt>
                <c:pt idx="14">
                  <c:v>R013</c:v>
                </c:pt>
                <c:pt idx="15">
                  <c:v>R010</c:v>
                </c:pt>
                <c:pt idx="16">
                  <c:v>R006</c:v>
                </c:pt>
                <c:pt idx="17">
                  <c:v>R009</c:v>
                </c:pt>
                <c:pt idx="18">
                  <c:v>R007</c:v>
                </c:pt>
                <c:pt idx="19">
                  <c:v>R014</c:v>
                </c:pt>
              </c:strCache>
            </c:strRef>
          </c:cat>
          <c:val>
            <c:numRef>
              <c:f>'sql3 2'!$B$2:$B$21</c:f>
              <c:numCache>
                <c:formatCode>General</c:formatCode>
                <c:ptCount val="20"/>
                <c:pt idx="0">
                  <c:v>3</c:v>
                </c:pt>
                <c:pt idx="1">
                  <c:v>8</c:v>
                </c:pt>
                <c:pt idx="2">
                  <c:v>8</c:v>
                </c:pt>
                <c:pt idx="3">
                  <c:v>11</c:v>
                </c:pt>
                <c:pt idx="4">
                  <c:v>11</c:v>
                </c:pt>
                <c:pt idx="5">
                  <c:v>22</c:v>
                </c:pt>
                <c:pt idx="6">
                  <c:v>23</c:v>
                </c:pt>
                <c:pt idx="7">
                  <c:v>25</c:v>
                </c:pt>
                <c:pt idx="8">
                  <c:v>26</c:v>
                </c:pt>
                <c:pt idx="9">
                  <c:v>29</c:v>
                </c:pt>
                <c:pt idx="10">
                  <c:v>29</c:v>
                </c:pt>
                <c:pt idx="11">
                  <c:v>34</c:v>
                </c:pt>
                <c:pt idx="12">
                  <c:v>36</c:v>
                </c:pt>
                <c:pt idx="13">
                  <c:v>37</c:v>
                </c:pt>
                <c:pt idx="14">
                  <c:v>38</c:v>
                </c:pt>
                <c:pt idx="15">
                  <c:v>40</c:v>
                </c:pt>
                <c:pt idx="16">
                  <c:v>42</c:v>
                </c:pt>
                <c:pt idx="17">
                  <c:v>46</c:v>
                </c:pt>
                <c:pt idx="18">
                  <c:v>51</c:v>
                </c:pt>
                <c:pt idx="19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7935-4F4A-8D35-302BE2CF33D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'sql3 3'!$B$1</c:f>
              <c:strCache>
                <c:ptCount val="1"/>
                <c:pt idx="0">
                  <c:v>Efficiency_Ratio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cat>
            <c:strRef>
              <c:f>'sql3 3'!$A$2:$A$21</c:f>
              <c:strCache>
                <c:ptCount val="20"/>
                <c:pt idx="0">
                  <c:v>R004</c:v>
                </c:pt>
                <c:pt idx="1">
                  <c:v>R019</c:v>
                </c:pt>
                <c:pt idx="2">
                  <c:v>R014</c:v>
                </c:pt>
                <c:pt idx="3">
                  <c:v>R002</c:v>
                </c:pt>
                <c:pt idx="4">
                  <c:v>R011</c:v>
                </c:pt>
                <c:pt idx="5">
                  <c:v>R013</c:v>
                </c:pt>
                <c:pt idx="6">
                  <c:v>R012</c:v>
                </c:pt>
                <c:pt idx="7">
                  <c:v>R010</c:v>
                </c:pt>
                <c:pt idx="8">
                  <c:v>R001</c:v>
                </c:pt>
                <c:pt idx="9">
                  <c:v>R009</c:v>
                </c:pt>
                <c:pt idx="10">
                  <c:v>R003</c:v>
                </c:pt>
                <c:pt idx="11">
                  <c:v>R020</c:v>
                </c:pt>
                <c:pt idx="12">
                  <c:v>R018</c:v>
                </c:pt>
                <c:pt idx="13">
                  <c:v>R005</c:v>
                </c:pt>
                <c:pt idx="14">
                  <c:v>R017</c:v>
                </c:pt>
                <c:pt idx="15">
                  <c:v>R015</c:v>
                </c:pt>
                <c:pt idx="16">
                  <c:v>R007</c:v>
                </c:pt>
                <c:pt idx="17">
                  <c:v>R008</c:v>
                </c:pt>
                <c:pt idx="18">
                  <c:v>R006</c:v>
                </c:pt>
                <c:pt idx="19">
                  <c:v>R016</c:v>
                </c:pt>
              </c:strCache>
            </c:strRef>
          </c:cat>
          <c:val>
            <c:numRef>
              <c:f>'sql3 3'!$B$2:$B$21</c:f>
              <c:numCache>
                <c:formatCode>General</c:formatCode>
                <c:ptCount val="20"/>
                <c:pt idx="0">
                  <c:v>4.2781250000000002</c:v>
                </c:pt>
                <c:pt idx="1">
                  <c:v>3.7693877551020405</c:v>
                </c:pt>
                <c:pt idx="2">
                  <c:v>2.2781818181818183</c:v>
                </c:pt>
                <c:pt idx="3">
                  <c:v>2.1561797752808989</c:v>
                </c:pt>
                <c:pt idx="4">
                  <c:v>0.95561797752808986</c:v>
                </c:pt>
                <c:pt idx="5">
                  <c:v>0.93249999999999988</c:v>
                </c:pt>
                <c:pt idx="6">
                  <c:v>0.90363636363636368</c:v>
                </c:pt>
                <c:pt idx="7">
                  <c:v>0.66860465116279066</c:v>
                </c:pt>
                <c:pt idx="8">
                  <c:v>0.61367924528301887</c:v>
                </c:pt>
                <c:pt idx="9">
                  <c:v>0.60478468899521531</c:v>
                </c:pt>
                <c:pt idx="10">
                  <c:v>0.58157894736842108</c:v>
                </c:pt>
                <c:pt idx="11">
                  <c:v>0.55029239766081872</c:v>
                </c:pt>
                <c:pt idx="12">
                  <c:v>0.53660377358490563</c:v>
                </c:pt>
                <c:pt idx="13">
                  <c:v>0.37382198952879586</c:v>
                </c:pt>
                <c:pt idx="14">
                  <c:v>0.32800000000000001</c:v>
                </c:pt>
                <c:pt idx="15">
                  <c:v>0.30086956521739133</c:v>
                </c:pt>
                <c:pt idx="16">
                  <c:v>0.28250950570342204</c:v>
                </c:pt>
                <c:pt idx="17">
                  <c:v>0.24372093023255814</c:v>
                </c:pt>
                <c:pt idx="18">
                  <c:v>0.16065573770491803</c:v>
                </c:pt>
                <c:pt idx="19">
                  <c:v>0.15120481927710844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B-4630-82CA-EF98681041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202810224"/>
        <c:axId val="202815024"/>
      </c:barChart>
      <c:catAx>
        <c:axId val="2028102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815024"/>
        <c:crosses val="autoZero"/>
        <c:auto val="1"/>
        <c:lblAlgn val="ctr"/>
        <c:lblOffset val="100"/>
        <c:noMultiLvlLbl val="0"/>
      </c:catAx>
      <c:valAx>
        <c:axId val="2028150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810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'sql3 4'!$B$1</c:f>
              <c:strCache>
                <c:ptCount val="1"/>
                <c:pt idx="0">
                  <c:v>Efficiency_Ratio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812-4CA3-8834-6DE69A32D57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812-4CA3-8834-6DE69A32D57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812-4CA3-8834-6DE69A32D576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'sql3 4'!$A$2:$A$4</c:f>
              <c:strCache>
                <c:ptCount val="3"/>
                <c:pt idx="0">
                  <c:v>R004</c:v>
                </c:pt>
                <c:pt idx="1">
                  <c:v>R019</c:v>
                </c:pt>
                <c:pt idx="2">
                  <c:v>R014</c:v>
                </c:pt>
              </c:strCache>
            </c:strRef>
          </c:cat>
          <c:val>
            <c:numRef>
              <c:f>'sql3 4'!$B$2:$B$4</c:f>
              <c:numCache>
                <c:formatCode>General</c:formatCode>
                <c:ptCount val="3"/>
                <c:pt idx="0">
                  <c:v>4.2781250000000002</c:v>
                </c:pt>
                <c:pt idx="1">
                  <c:v>3.7693877551020405</c:v>
                </c:pt>
                <c:pt idx="2">
                  <c:v>2.2781818181818183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12-4CA3-8834-6DE69A32D576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'sql3 5'!$B$1</c:f>
              <c:strCache>
                <c:ptCount val="1"/>
                <c:pt idx="0">
                  <c:v>Delayed_Shipment_Percentage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cat>
            <c:strRef>
              <c:f>'sql3 5'!$A$2:$A$21</c:f>
              <c:strCache>
                <c:ptCount val="20"/>
                <c:pt idx="0">
                  <c:v>R016</c:v>
                </c:pt>
                <c:pt idx="1">
                  <c:v>R019</c:v>
                </c:pt>
                <c:pt idx="2">
                  <c:v>R008</c:v>
                </c:pt>
                <c:pt idx="3">
                  <c:v>R002</c:v>
                </c:pt>
                <c:pt idx="4">
                  <c:v>R006</c:v>
                </c:pt>
                <c:pt idx="5">
                  <c:v>R009</c:v>
                </c:pt>
                <c:pt idx="6">
                  <c:v>R014</c:v>
                </c:pt>
                <c:pt idx="7">
                  <c:v>R003</c:v>
                </c:pt>
                <c:pt idx="8">
                  <c:v>R001</c:v>
                </c:pt>
                <c:pt idx="9">
                  <c:v>R018</c:v>
                </c:pt>
                <c:pt idx="10">
                  <c:v>R007</c:v>
                </c:pt>
                <c:pt idx="11">
                  <c:v>R011</c:v>
                </c:pt>
                <c:pt idx="12">
                  <c:v>R010</c:v>
                </c:pt>
                <c:pt idx="13">
                  <c:v>R005</c:v>
                </c:pt>
                <c:pt idx="14">
                  <c:v>R004</c:v>
                </c:pt>
                <c:pt idx="15">
                  <c:v>R015</c:v>
                </c:pt>
                <c:pt idx="16">
                  <c:v>R013</c:v>
                </c:pt>
                <c:pt idx="17">
                  <c:v>R017</c:v>
                </c:pt>
                <c:pt idx="18">
                  <c:v>R012</c:v>
                </c:pt>
                <c:pt idx="19">
                  <c:v>R020</c:v>
                </c:pt>
              </c:strCache>
            </c:strRef>
          </c:cat>
          <c:val>
            <c:numRef>
              <c:f>'sql3 5'!$B$2:$B$21</c:f>
              <c:numCache>
                <c:formatCode>General</c:formatCode>
                <c:ptCount val="20"/>
                <c:pt idx="0">
                  <c:v>25</c:v>
                </c:pt>
                <c:pt idx="1">
                  <c:v>30.76923076923077</c:v>
                </c:pt>
                <c:pt idx="2">
                  <c:v>31.25</c:v>
                </c:pt>
                <c:pt idx="3">
                  <c:v>31.818181818181817</c:v>
                </c:pt>
                <c:pt idx="4">
                  <c:v>36.363636363636367</c:v>
                </c:pt>
                <c:pt idx="5">
                  <c:v>37.5</c:v>
                </c:pt>
                <c:pt idx="6">
                  <c:v>38.46153846153846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43.75</c:v>
                </c:pt>
                <c:pt idx="11">
                  <c:v>45</c:v>
                </c:pt>
                <c:pt idx="12">
                  <c:v>45</c:v>
                </c:pt>
                <c:pt idx="13">
                  <c:v>46.666666666666664</c:v>
                </c:pt>
                <c:pt idx="14">
                  <c:v>50</c:v>
                </c:pt>
                <c:pt idx="15">
                  <c:v>50</c:v>
                </c:pt>
                <c:pt idx="16">
                  <c:v>52.941176470588232</c:v>
                </c:pt>
                <c:pt idx="17">
                  <c:v>57.142857142857146</c:v>
                </c:pt>
                <c:pt idx="18">
                  <c:v>66.666666666666671</c:v>
                </c:pt>
                <c:pt idx="19">
                  <c:v>70.588235294117652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10-4BA3-81BA-33472D2D30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803890512"/>
        <c:axId val="803894832"/>
        <c:axId val="200366304"/>
      </c:bar3DChart>
      <c:catAx>
        <c:axId val="80389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3894832"/>
        <c:crosses val="autoZero"/>
        <c:auto val="1"/>
        <c:lblAlgn val="ctr"/>
        <c:lblOffset val="100"/>
        <c:noMultiLvlLbl val="0"/>
      </c:catAx>
      <c:valAx>
        <c:axId val="803894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3890512"/>
        <c:crosses val="autoZero"/>
        <c:crossBetween val="between"/>
      </c:valAx>
      <c:serAx>
        <c:axId val="200366304"/>
        <c:scaling>
          <c:orientation val="minMax"/>
        </c:scaling>
        <c:delete val="1"/>
        <c:axPos val="b"/>
        <c:majorTickMark val="none"/>
        <c:minorTickMark val="none"/>
        <c:tickLblPos val="nextTo"/>
        <c:crossAx val="803894832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'sql3 3'!$B$1</c:f>
              <c:strCache>
                <c:ptCount val="1"/>
                <c:pt idx="0">
                  <c:v>Delayed_Shipment_Percentage</c:v>
                </c:pt>
              </c:strCache>
            </c:strRef>
          </c:tx>
          <c:spPr>
            <a:gradFill>
              <a:gsLst>
                <a:gs pos="100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cat>
            <c:strRef>
              <c:f>'sql3 3'!$A$2:$A$21</c:f>
              <c:strCache>
                <c:ptCount val="20"/>
                <c:pt idx="0">
                  <c:v>R020</c:v>
                </c:pt>
                <c:pt idx="1">
                  <c:v>R012</c:v>
                </c:pt>
                <c:pt idx="2">
                  <c:v>R017</c:v>
                </c:pt>
                <c:pt idx="3">
                  <c:v>R013</c:v>
                </c:pt>
                <c:pt idx="4">
                  <c:v>R015</c:v>
                </c:pt>
                <c:pt idx="5">
                  <c:v>R004</c:v>
                </c:pt>
                <c:pt idx="6">
                  <c:v>R005</c:v>
                </c:pt>
                <c:pt idx="7">
                  <c:v>R010</c:v>
                </c:pt>
                <c:pt idx="8">
                  <c:v>R011</c:v>
                </c:pt>
                <c:pt idx="9">
                  <c:v>R007</c:v>
                </c:pt>
                <c:pt idx="10">
                  <c:v>R018</c:v>
                </c:pt>
                <c:pt idx="11">
                  <c:v>R003</c:v>
                </c:pt>
                <c:pt idx="12">
                  <c:v>R001</c:v>
                </c:pt>
                <c:pt idx="13">
                  <c:v>R014</c:v>
                </c:pt>
                <c:pt idx="14">
                  <c:v>R009</c:v>
                </c:pt>
                <c:pt idx="15">
                  <c:v>R006</c:v>
                </c:pt>
                <c:pt idx="16">
                  <c:v>R002</c:v>
                </c:pt>
                <c:pt idx="17">
                  <c:v>R008</c:v>
                </c:pt>
                <c:pt idx="18">
                  <c:v>R019</c:v>
                </c:pt>
                <c:pt idx="19">
                  <c:v>R016</c:v>
                </c:pt>
              </c:strCache>
            </c:strRef>
          </c:cat>
          <c:val>
            <c:numRef>
              <c:f>'sql3 3'!$B$2:$B$21</c:f>
              <c:numCache>
                <c:formatCode>General</c:formatCode>
                <c:ptCount val="20"/>
                <c:pt idx="0">
                  <c:v>70.588239999999999</c:v>
                </c:pt>
                <c:pt idx="1">
                  <c:v>66.666669999999996</c:v>
                </c:pt>
                <c:pt idx="2">
                  <c:v>57.142859999999999</c:v>
                </c:pt>
                <c:pt idx="3">
                  <c:v>52.941180000000003</c:v>
                </c:pt>
                <c:pt idx="4">
                  <c:v>50</c:v>
                </c:pt>
                <c:pt idx="5">
                  <c:v>50</c:v>
                </c:pt>
                <c:pt idx="6">
                  <c:v>46.666670000000003</c:v>
                </c:pt>
                <c:pt idx="7">
                  <c:v>45</c:v>
                </c:pt>
                <c:pt idx="8">
                  <c:v>45</c:v>
                </c:pt>
                <c:pt idx="9">
                  <c:v>43.75</c:v>
                </c:pt>
                <c:pt idx="10">
                  <c:v>40</c:v>
                </c:pt>
                <c:pt idx="11">
                  <c:v>40</c:v>
                </c:pt>
                <c:pt idx="12">
                  <c:v>40</c:v>
                </c:pt>
                <c:pt idx="13">
                  <c:v>38.461539999999999</c:v>
                </c:pt>
                <c:pt idx="14">
                  <c:v>37.5</c:v>
                </c:pt>
                <c:pt idx="15">
                  <c:v>36.363639999999997</c:v>
                </c:pt>
                <c:pt idx="16">
                  <c:v>31.818180000000002</c:v>
                </c:pt>
                <c:pt idx="17">
                  <c:v>31.25</c:v>
                </c:pt>
                <c:pt idx="18">
                  <c:v>30.76923</c:v>
                </c:pt>
                <c:pt idx="19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C-4E89-99FA-74A728EA12F8}"/>
            </c:ext>
          </c:extLst>
        </c:ser>
        <c:ser>
          <c:idx val="1"/>
          <c:order val="1"/>
          <c:tx>
            <c:strRef>
              <c:f>'sql3 3'!$C$1</c:f>
              <c:strCache>
                <c:ptCount val="1"/>
                <c:pt idx="0">
                  <c:v>Efficiency_Ratio</c:v>
                </c:pt>
              </c:strCache>
            </c:strRef>
          </c:tx>
          <c:spPr>
            <a:gradFill>
              <a:gsLst>
                <a:gs pos="100000">
                  <a:schemeClr val="accent2">
                    <a:alpha val="0"/>
                  </a:schemeClr>
                </a:gs>
                <a:gs pos="50000">
                  <a:schemeClr val="accent2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cat>
            <c:strRef>
              <c:f>'sql3 3'!$A$2:$A$21</c:f>
              <c:strCache>
                <c:ptCount val="20"/>
                <c:pt idx="0">
                  <c:v>R020</c:v>
                </c:pt>
                <c:pt idx="1">
                  <c:v>R012</c:v>
                </c:pt>
                <c:pt idx="2">
                  <c:v>R017</c:v>
                </c:pt>
                <c:pt idx="3">
                  <c:v>R013</c:v>
                </c:pt>
                <c:pt idx="4">
                  <c:v>R015</c:v>
                </c:pt>
                <c:pt idx="5">
                  <c:v>R004</c:v>
                </c:pt>
                <c:pt idx="6">
                  <c:v>R005</c:v>
                </c:pt>
                <c:pt idx="7">
                  <c:v>R010</c:v>
                </c:pt>
                <c:pt idx="8">
                  <c:v>R011</c:v>
                </c:pt>
                <c:pt idx="9">
                  <c:v>R007</c:v>
                </c:pt>
                <c:pt idx="10">
                  <c:v>R018</c:v>
                </c:pt>
                <c:pt idx="11">
                  <c:v>R003</c:v>
                </c:pt>
                <c:pt idx="12">
                  <c:v>R001</c:v>
                </c:pt>
                <c:pt idx="13">
                  <c:v>R014</c:v>
                </c:pt>
                <c:pt idx="14">
                  <c:v>R009</c:v>
                </c:pt>
                <c:pt idx="15">
                  <c:v>R006</c:v>
                </c:pt>
                <c:pt idx="16">
                  <c:v>R002</c:v>
                </c:pt>
                <c:pt idx="17">
                  <c:v>R008</c:v>
                </c:pt>
                <c:pt idx="18">
                  <c:v>R019</c:v>
                </c:pt>
                <c:pt idx="19">
                  <c:v>R016</c:v>
                </c:pt>
              </c:strCache>
            </c:strRef>
          </c:cat>
          <c:val>
            <c:numRef>
              <c:f>'sql3 3'!$C$2:$C$21</c:f>
              <c:numCache>
                <c:formatCode>General</c:formatCode>
                <c:ptCount val="20"/>
                <c:pt idx="0">
                  <c:v>0.55029239766081872</c:v>
                </c:pt>
                <c:pt idx="1">
                  <c:v>0.90363636363636368</c:v>
                </c:pt>
                <c:pt idx="2">
                  <c:v>0.32800000000000001</c:v>
                </c:pt>
                <c:pt idx="3">
                  <c:v>0.93249999999999988</c:v>
                </c:pt>
                <c:pt idx="4">
                  <c:v>0.30086956521739133</c:v>
                </c:pt>
                <c:pt idx="5">
                  <c:v>4.2781250000000002</c:v>
                </c:pt>
                <c:pt idx="6">
                  <c:v>0.37382198952879586</c:v>
                </c:pt>
                <c:pt idx="7">
                  <c:v>0.66860465116279066</c:v>
                </c:pt>
                <c:pt idx="8">
                  <c:v>0.95561797752808986</c:v>
                </c:pt>
                <c:pt idx="9">
                  <c:v>0.28250950570342204</c:v>
                </c:pt>
                <c:pt idx="10">
                  <c:v>0.53660377358490563</c:v>
                </c:pt>
                <c:pt idx="11">
                  <c:v>0.58157894736842108</c:v>
                </c:pt>
                <c:pt idx="12">
                  <c:v>0.61367924528301887</c:v>
                </c:pt>
                <c:pt idx="13">
                  <c:v>2.2781818181818183</c:v>
                </c:pt>
                <c:pt idx="14">
                  <c:v>0.60478468899521531</c:v>
                </c:pt>
                <c:pt idx="15">
                  <c:v>0.16065573770491803</c:v>
                </c:pt>
                <c:pt idx="16">
                  <c:v>2.1561797752808989</c:v>
                </c:pt>
                <c:pt idx="17">
                  <c:v>0.24372093023255814</c:v>
                </c:pt>
                <c:pt idx="18">
                  <c:v>3.7693877551020405</c:v>
                </c:pt>
                <c:pt idx="19">
                  <c:v>0.15120481927710844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FC-4E89-99FA-74A728EA12F8}"/>
            </c:ext>
          </c:extLst>
        </c:ser>
        <c:ser>
          <c:idx val="2"/>
          <c:order val="2"/>
          <c:tx>
            <c:strRef>
              <c:f>'sql3 3'!$D$1</c:f>
              <c:strCache>
                <c:ptCount val="1"/>
                <c:pt idx="0">
                  <c:v>Traffic_Delay_Min</c:v>
                </c:pt>
              </c:strCache>
            </c:strRef>
          </c:tx>
          <c:spPr>
            <a:gradFill>
              <a:gsLst>
                <a:gs pos="100000">
                  <a:schemeClr val="accent3">
                    <a:alpha val="0"/>
                  </a:schemeClr>
                </a:gs>
                <a:gs pos="50000">
                  <a:schemeClr val="accent3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cat>
            <c:strRef>
              <c:f>'sql3 3'!$A$2:$A$21</c:f>
              <c:strCache>
                <c:ptCount val="20"/>
                <c:pt idx="0">
                  <c:v>R020</c:v>
                </c:pt>
                <c:pt idx="1">
                  <c:v>R012</c:v>
                </c:pt>
                <c:pt idx="2">
                  <c:v>R017</c:v>
                </c:pt>
                <c:pt idx="3">
                  <c:v>R013</c:v>
                </c:pt>
                <c:pt idx="4">
                  <c:v>R015</c:v>
                </c:pt>
                <c:pt idx="5">
                  <c:v>R004</c:v>
                </c:pt>
                <c:pt idx="6">
                  <c:v>R005</c:v>
                </c:pt>
                <c:pt idx="7">
                  <c:v>R010</c:v>
                </c:pt>
                <c:pt idx="8">
                  <c:v>R011</c:v>
                </c:pt>
                <c:pt idx="9">
                  <c:v>R007</c:v>
                </c:pt>
                <c:pt idx="10">
                  <c:v>R018</c:v>
                </c:pt>
                <c:pt idx="11">
                  <c:v>R003</c:v>
                </c:pt>
                <c:pt idx="12">
                  <c:v>R001</c:v>
                </c:pt>
                <c:pt idx="13">
                  <c:v>R014</c:v>
                </c:pt>
                <c:pt idx="14">
                  <c:v>R009</c:v>
                </c:pt>
                <c:pt idx="15">
                  <c:v>R006</c:v>
                </c:pt>
                <c:pt idx="16">
                  <c:v>R002</c:v>
                </c:pt>
                <c:pt idx="17">
                  <c:v>R008</c:v>
                </c:pt>
                <c:pt idx="18">
                  <c:v>R019</c:v>
                </c:pt>
                <c:pt idx="19">
                  <c:v>R016</c:v>
                </c:pt>
              </c:strCache>
            </c:strRef>
          </c:cat>
          <c:val>
            <c:numRef>
              <c:f>'sql3 3'!$D$2:$D$21</c:f>
              <c:numCache>
                <c:formatCode>General</c:formatCode>
                <c:ptCount val="20"/>
                <c:pt idx="0">
                  <c:v>23</c:v>
                </c:pt>
                <c:pt idx="1">
                  <c:v>29</c:v>
                </c:pt>
                <c:pt idx="2">
                  <c:v>8</c:v>
                </c:pt>
                <c:pt idx="3">
                  <c:v>38</c:v>
                </c:pt>
                <c:pt idx="4">
                  <c:v>29</c:v>
                </c:pt>
                <c:pt idx="5">
                  <c:v>3</c:v>
                </c:pt>
                <c:pt idx="6">
                  <c:v>26</c:v>
                </c:pt>
                <c:pt idx="7">
                  <c:v>40</c:v>
                </c:pt>
                <c:pt idx="8">
                  <c:v>25</c:v>
                </c:pt>
                <c:pt idx="9">
                  <c:v>51</c:v>
                </c:pt>
                <c:pt idx="10">
                  <c:v>11</c:v>
                </c:pt>
                <c:pt idx="11">
                  <c:v>11</c:v>
                </c:pt>
                <c:pt idx="12">
                  <c:v>36</c:v>
                </c:pt>
                <c:pt idx="13">
                  <c:v>58</c:v>
                </c:pt>
                <c:pt idx="14">
                  <c:v>46</c:v>
                </c:pt>
                <c:pt idx="15">
                  <c:v>42</c:v>
                </c:pt>
                <c:pt idx="16">
                  <c:v>22</c:v>
                </c:pt>
                <c:pt idx="17">
                  <c:v>34</c:v>
                </c:pt>
                <c:pt idx="18">
                  <c:v>37</c:v>
                </c:pt>
                <c:pt idx="1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FC-4E89-99FA-74A728EA12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0"/>
        <c:shape val="box"/>
        <c:axId val="610342991"/>
        <c:axId val="610330031"/>
        <c:axId val="1742393167"/>
      </c:bar3DChart>
      <c:catAx>
        <c:axId val="610342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330031"/>
        <c:crosses val="autoZero"/>
        <c:auto val="1"/>
        <c:lblAlgn val="ctr"/>
        <c:lblOffset val="100"/>
        <c:noMultiLvlLbl val="0"/>
      </c:catAx>
      <c:valAx>
        <c:axId val="610330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342991"/>
        <c:crosses val="autoZero"/>
        <c:crossBetween val="between"/>
      </c:valAx>
      <c:serAx>
        <c:axId val="174239316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330031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'sql4 1'!$B$1</c:f>
              <c:strCache>
                <c:ptCount val="1"/>
                <c:pt idx="0">
                  <c:v>Avg_processing_time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1-C153-48B7-98E6-9079E37823B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3-C153-48B7-98E6-9079E37823B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/>
            </c:spPr>
            <c:extLst>
              <c:ext xmlns:c16="http://schemas.microsoft.com/office/drawing/2014/chart" uri="{C3380CC4-5D6E-409C-BE32-E72D297353CC}">
                <c16:uniqueId val="{00000005-C153-48B7-98E6-9079E37823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'sql4 1'!$A$2:$A$4</c:f>
              <c:strCache>
                <c:ptCount val="3"/>
                <c:pt idx="0">
                  <c:v>W010</c:v>
                </c:pt>
                <c:pt idx="1">
                  <c:v>W009</c:v>
                </c:pt>
                <c:pt idx="2">
                  <c:v>W007</c:v>
                </c:pt>
              </c:strCache>
            </c:strRef>
          </c:cat>
          <c:val>
            <c:numRef>
              <c:f>'sql4 1'!$B$2:$B$4</c:f>
              <c:numCache>
                <c:formatCode>General</c:formatCode>
                <c:ptCount val="3"/>
                <c:pt idx="0">
                  <c:v>171</c:v>
                </c:pt>
                <c:pt idx="1">
                  <c:v>170</c:v>
                </c:pt>
                <c:pt idx="2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153-48B7-98E6-9079E37823B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'sql4 2'!$B$1</c:f>
              <c:strCache>
                <c:ptCount val="1"/>
                <c:pt idx="0">
                  <c:v>Total_Shipments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'sql4 2'!$A$2:$A$11</c:f>
              <c:strCache>
                <c:ptCount val="10"/>
                <c:pt idx="0">
                  <c:v>W010</c:v>
                </c:pt>
                <c:pt idx="1">
                  <c:v>W001</c:v>
                </c:pt>
                <c:pt idx="2">
                  <c:v>W007</c:v>
                </c:pt>
                <c:pt idx="3">
                  <c:v>W005</c:v>
                </c:pt>
                <c:pt idx="4">
                  <c:v>W009</c:v>
                </c:pt>
                <c:pt idx="5">
                  <c:v>W003</c:v>
                </c:pt>
                <c:pt idx="6">
                  <c:v>W004</c:v>
                </c:pt>
                <c:pt idx="7">
                  <c:v>W006</c:v>
                </c:pt>
                <c:pt idx="8">
                  <c:v>W002</c:v>
                </c:pt>
                <c:pt idx="9">
                  <c:v>W008</c:v>
                </c:pt>
              </c:strCache>
            </c:strRef>
          </c:cat>
          <c:val>
            <c:numRef>
              <c:f>'sql4 2'!$B$2:$B$11</c:f>
              <c:numCache>
                <c:formatCode>General</c:formatCode>
                <c:ptCount val="10"/>
                <c:pt idx="0">
                  <c:v>30</c:v>
                </c:pt>
                <c:pt idx="1">
                  <c:v>34</c:v>
                </c:pt>
                <c:pt idx="2">
                  <c:v>38</c:v>
                </c:pt>
                <c:pt idx="3">
                  <c:v>25</c:v>
                </c:pt>
                <c:pt idx="4">
                  <c:v>33</c:v>
                </c:pt>
                <c:pt idx="5">
                  <c:v>23</c:v>
                </c:pt>
                <c:pt idx="6">
                  <c:v>31</c:v>
                </c:pt>
                <c:pt idx="7">
                  <c:v>37</c:v>
                </c:pt>
                <c:pt idx="8">
                  <c:v>28</c:v>
                </c:pt>
                <c:pt idx="9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3B-46F4-A354-02E0AD5070BD}"/>
            </c:ext>
          </c:extLst>
        </c:ser>
        <c:ser>
          <c:idx val="1"/>
          <c:order val="1"/>
          <c:tx>
            <c:strRef>
              <c:f>'sql4 2'!$C$1</c:f>
              <c:strCache>
                <c:ptCount val="1"/>
                <c:pt idx="0">
                  <c:v>Delayed_Shipments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'sql4 2'!$A$2:$A$11</c:f>
              <c:strCache>
                <c:ptCount val="10"/>
                <c:pt idx="0">
                  <c:v>W010</c:v>
                </c:pt>
                <c:pt idx="1">
                  <c:v>W001</c:v>
                </c:pt>
                <c:pt idx="2">
                  <c:v>W007</c:v>
                </c:pt>
                <c:pt idx="3">
                  <c:v>W005</c:v>
                </c:pt>
                <c:pt idx="4">
                  <c:v>W009</c:v>
                </c:pt>
                <c:pt idx="5">
                  <c:v>W003</c:v>
                </c:pt>
                <c:pt idx="6">
                  <c:v>W004</c:v>
                </c:pt>
                <c:pt idx="7">
                  <c:v>W006</c:v>
                </c:pt>
                <c:pt idx="8">
                  <c:v>W002</c:v>
                </c:pt>
                <c:pt idx="9">
                  <c:v>W008</c:v>
                </c:pt>
              </c:strCache>
            </c:strRef>
          </c:cat>
          <c:val>
            <c:numRef>
              <c:f>'sql4 2'!$C$2:$C$11</c:f>
              <c:numCache>
                <c:formatCode>General</c:formatCode>
                <c:ptCount val="10"/>
                <c:pt idx="0">
                  <c:v>20</c:v>
                </c:pt>
                <c:pt idx="1">
                  <c:v>18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13</c:v>
                </c:pt>
                <c:pt idx="6">
                  <c:v>12</c:v>
                </c:pt>
                <c:pt idx="7">
                  <c:v>12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3B-46F4-A354-02E0AD5070B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4120560"/>
        <c:axId val="54122480"/>
      </c:barChart>
      <c:catAx>
        <c:axId val="54120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22480"/>
        <c:crosses val="autoZero"/>
        <c:auto val="1"/>
        <c:lblAlgn val="ctr"/>
        <c:lblOffset val="100"/>
        <c:noMultiLvlLbl val="0"/>
      </c:catAx>
      <c:valAx>
        <c:axId val="541224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20560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'sql4 3'!$C$1</c:f>
              <c:strCache>
                <c:ptCount val="1"/>
                <c:pt idx="0">
                  <c:v>Processing_Time_Min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'sql4 3'!$A$2:$B$6</c:f>
              <c:multiLvlStrCache>
                <c:ptCount val="5"/>
                <c:lvl>
                  <c:pt idx="0">
                    <c:v>Davidshire</c:v>
                  </c:pt>
                  <c:pt idx="1">
                    <c:v>New Crystalborough</c:v>
                  </c:pt>
                  <c:pt idx="2">
                    <c:v>Port Juliachester</c:v>
                  </c:pt>
                  <c:pt idx="3">
                    <c:v>Andersontown</c:v>
                  </c:pt>
                  <c:pt idx="4">
                    <c:v>Zacharyland</c:v>
                  </c:pt>
                </c:lvl>
                <c:lvl>
                  <c:pt idx="0">
                    <c:v>W010</c:v>
                  </c:pt>
                  <c:pt idx="1">
                    <c:v>W009</c:v>
                  </c:pt>
                  <c:pt idx="2">
                    <c:v>W007</c:v>
                  </c:pt>
                  <c:pt idx="3">
                    <c:v>W008</c:v>
                  </c:pt>
                  <c:pt idx="4">
                    <c:v>W001</c:v>
                  </c:pt>
                </c:lvl>
              </c:multiLvlStrCache>
            </c:multiLvlStrRef>
          </c:cat>
          <c:val>
            <c:numRef>
              <c:f>'sql4 3'!$C$2:$C$6</c:f>
              <c:numCache>
                <c:formatCode>General</c:formatCode>
                <c:ptCount val="5"/>
                <c:pt idx="0">
                  <c:v>171</c:v>
                </c:pt>
                <c:pt idx="1">
                  <c:v>170</c:v>
                </c:pt>
                <c:pt idx="2">
                  <c:v>166</c:v>
                </c:pt>
                <c:pt idx="3">
                  <c:v>161</c:v>
                </c:pt>
                <c:pt idx="4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B-44C8-82F7-A560D5501A61}"/>
            </c:ext>
          </c:extLst>
        </c:ser>
        <c:ser>
          <c:idx val="1"/>
          <c:order val="1"/>
          <c:tx>
            <c:strRef>
              <c:f>'sql4 3'!$D$1</c:f>
              <c:strCache>
                <c:ptCount val="1"/>
                <c:pt idx="0">
                  <c:v>Global_Avg_Time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'sql4 3'!$A$2:$B$6</c:f>
              <c:multiLvlStrCache>
                <c:ptCount val="5"/>
                <c:lvl>
                  <c:pt idx="0">
                    <c:v>Davidshire</c:v>
                  </c:pt>
                  <c:pt idx="1">
                    <c:v>New Crystalborough</c:v>
                  </c:pt>
                  <c:pt idx="2">
                    <c:v>Port Juliachester</c:v>
                  </c:pt>
                  <c:pt idx="3">
                    <c:v>Andersontown</c:v>
                  </c:pt>
                  <c:pt idx="4">
                    <c:v>Zacharyland</c:v>
                  </c:pt>
                </c:lvl>
                <c:lvl>
                  <c:pt idx="0">
                    <c:v>W010</c:v>
                  </c:pt>
                  <c:pt idx="1">
                    <c:v>W009</c:v>
                  </c:pt>
                  <c:pt idx="2">
                    <c:v>W007</c:v>
                  </c:pt>
                  <c:pt idx="3">
                    <c:v>W008</c:v>
                  </c:pt>
                  <c:pt idx="4">
                    <c:v>W001</c:v>
                  </c:pt>
                </c:lvl>
              </c:multiLvlStrCache>
            </c:multiLvlStrRef>
          </c:cat>
          <c:val>
            <c:numRef>
              <c:f>'sql4 3'!$D$2:$D$6</c:f>
              <c:numCache>
                <c:formatCode>General</c:formatCode>
                <c:ptCount val="5"/>
                <c:pt idx="0">
                  <c:v>110.1</c:v>
                </c:pt>
                <c:pt idx="1">
                  <c:v>110.1</c:v>
                </c:pt>
                <c:pt idx="2">
                  <c:v>110.1</c:v>
                </c:pt>
                <c:pt idx="3">
                  <c:v>110.1</c:v>
                </c:pt>
                <c:pt idx="4">
                  <c:v>110.1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B-44C8-82F7-A560D5501A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1811617408"/>
        <c:axId val="1811615008"/>
      </c:barChart>
      <c:catAx>
        <c:axId val="181161740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1615008"/>
        <c:crosses val="autoZero"/>
        <c:auto val="1"/>
        <c:lblAlgn val="ctr"/>
        <c:lblOffset val="100"/>
        <c:noMultiLvlLbl val="0"/>
      </c:catAx>
      <c:valAx>
        <c:axId val="181161500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1617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'sql4 4'!$B$1</c:f>
              <c:strCache>
                <c:ptCount val="1"/>
                <c:pt idx="0">
                  <c:v>On_Time_Percentage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/>
          </c:spPr>
          <c:invertIfNegative val="0"/>
          <c:cat>
            <c:strRef>
              <c:f>'sql4 4'!$A$2:$A$11</c:f>
              <c:strCache>
                <c:ptCount val="10"/>
                <c:pt idx="0">
                  <c:v>W008</c:v>
                </c:pt>
                <c:pt idx="1">
                  <c:v>W006</c:v>
                </c:pt>
                <c:pt idx="2">
                  <c:v>W002</c:v>
                </c:pt>
                <c:pt idx="3">
                  <c:v>W004</c:v>
                </c:pt>
                <c:pt idx="4">
                  <c:v>W009</c:v>
                </c:pt>
                <c:pt idx="5">
                  <c:v>W007</c:v>
                </c:pt>
                <c:pt idx="6">
                  <c:v>W001</c:v>
                </c:pt>
                <c:pt idx="7">
                  <c:v>W005</c:v>
                </c:pt>
                <c:pt idx="8">
                  <c:v>W003</c:v>
                </c:pt>
                <c:pt idx="9">
                  <c:v>W010</c:v>
                </c:pt>
              </c:strCache>
            </c:strRef>
          </c:cat>
          <c:val>
            <c:numRef>
              <c:f>'sql4 4'!$B$2:$B$11</c:f>
              <c:numCache>
                <c:formatCode>General</c:formatCode>
                <c:ptCount val="10"/>
                <c:pt idx="0">
                  <c:v>76.19047619047619</c:v>
                </c:pt>
                <c:pt idx="1">
                  <c:v>67.567567567567565</c:v>
                </c:pt>
                <c:pt idx="2">
                  <c:v>64.285714285714292</c:v>
                </c:pt>
                <c:pt idx="3">
                  <c:v>61.29032258064516</c:v>
                </c:pt>
                <c:pt idx="4">
                  <c:v>60.606060606060609</c:v>
                </c:pt>
                <c:pt idx="5">
                  <c:v>60.526315789473685</c:v>
                </c:pt>
                <c:pt idx="6">
                  <c:v>47.058823529411768</c:v>
                </c:pt>
                <c:pt idx="7">
                  <c:v>44</c:v>
                </c:pt>
                <c:pt idx="8">
                  <c:v>43.478260869565219</c:v>
                </c:pt>
                <c:pt idx="9">
                  <c:v>33.333333333333336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09-4496-BE89-2C8A3AA90AC5}"/>
            </c:ext>
          </c:extLst>
        </c:ser>
        <c:ser>
          <c:idx val="1"/>
          <c:order val="1"/>
          <c:tx>
            <c:strRef>
              <c:f>'sql4 4'!$C$1</c:f>
              <c:strCache>
                <c:ptCount val="1"/>
                <c:pt idx="0">
                  <c:v>On_Time_Rank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/>
          </c:spPr>
          <c:invertIfNegative val="0"/>
          <c:cat>
            <c:strRef>
              <c:f>'sql4 4'!$A$2:$A$11</c:f>
              <c:strCache>
                <c:ptCount val="10"/>
                <c:pt idx="0">
                  <c:v>W008</c:v>
                </c:pt>
                <c:pt idx="1">
                  <c:v>W006</c:v>
                </c:pt>
                <c:pt idx="2">
                  <c:v>W002</c:v>
                </c:pt>
                <c:pt idx="3">
                  <c:v>W004</c:v>
                </c:pt>
                <c:pt idx="4">
                  <c:v>W009</c:v>
                </c:pt>
                <c:pt idx="5">
                  <c:v>W007</c:v>
                </c:pt>
                <c:pt idx="6">
                  <c:v>W001</c:v>
                </c:pt>
                <c:pt idx="7">
                  <c:v>W005</c:v>
                </c:pt>
                <c:pt idx="8">
                  <c:v>W003</c:v>
                </c:pt>
                <c:pt idx="9">
                  <c:v>W010</c:v>
                </c:pt>
              </c:strCache>
            </c:strRef>
          </c:cat>
          <c:val>
            <c:numRef>
              <c:f>'sql4 4'!$C$2:$C$11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09-4496-BE89-2C8A3AA90A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17093424"/>
        <c:axId val="617092464"/>
        <c:axId val="0"/>
      </c:bar3DChart>
      <c:catAx>
        <c:axId val="617093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7092464"/>
        <c:crosses val="autoZero"/>
        <c:auto val="1"/>
        <c:lblAlgn val="ctr"/>
        <c:lblOffset val="100"/>
        <c:noMultiLvlLbl val="0"/>
      </c:catAx>
      <c:valAx>
        <c:axId val="617092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7093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'sql5 1'!$C$1</c:f>
              <c:strCache>
                <c:ptCount val="1"/>
                <c:pt idx="0">
                  <c:v>On_Time_Percentage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cat>
            <c:strRef>
              <c:f>'sql5 1'!$A$2:$A$51</c:f>
              <c:strCache>
                <c:ptCount val="50"/>
                <c:pt idx="0">
                  <c:v>A006</c:v>
                </c:pt>
                <c:pt idx="1">
                  <c:v>A037</c:v>
                </c:pt>
                <c:pt idx="2">
                  <c:v>A033</c:v>
                </c:pt>
                <c:pt idx="3">
                  <c:v>A024</c:v>
                </c:pt>
                <c:pt idx="4">
                  <c:v>A027</c:v>
                </c:pt>
                <c:pt idx="5">
                  <c:v>A050</c:v>
                </c:pt>
                <c:pt idx="6">
                  <c:v>A011</c:v>
                </c:pt>
                <c:pt idx="7">
                  <c:v>A015</c:v>
                </c:pt>
                <c:pt idx="8">
                  <c:v>A029</c:v>
                </c:pt>
                <c:pt idx="9">
                  <c:v>A035</c:v>
                </c:pt>
                <c:pt idx="10">
                  <c:v>A041</c:v>
                </c:pt>
                <c:pt idx="11">
                  <c:v>A047</c:v>
                </c:pt>
                <c:pt idx="12">
                  <c:v>A020</c:v>
                </c:pt>
                <c:pt idx="13">
                  <c:v>A014</c:v>
                </c:pt>
                <c:pt idx="14">
                  <c:v>A049</c:v>
                </c:pt>
                <c:pt idx="15">
                  <c:v>A040</c:v>
                </c:pt>
                <c:pt idx="16">
                  <c:v>A028</c:v>
                </c:pt>
                <c:pt idx="17">
                  <c:v>A018</c:v>
                </c:pt>
                <c:pt idx="18">
                  <c:v>A032</c:v>
                </c:pt>
                <c:pt idx="19">
                  <c:v>A022</c:v>
                </c:pt>
                <c:pt idx="20">
                  <c:v>A034</c:v>
                </c:pt>
                <c:pt idx="21">
                  <c:v>A045</c:v>
                </c:pt>
                <c:pt idx="22">
                  <c:v>A042</c:v>
                </c:pt>
                <c:pt idx="23">
                  <c:v>A012</c:v>
                </c:pt>
                <c:pt idx="24">
                  <c:v>A009</c:v>
                </c:pt>
                <c:pt idx="25">
                  <c:v>A002</c:v>
                </c:pt>
                <c:pt idx="26">
                  <c:v>A016</c:v>
                </c:pt>
                <c:pt idx="27">
                  <c:v>A048</c:v>
                </c:pt>
                <c:pt idx="28">
                  <c:v>A026</c:v>
                </c:pt>
                <c:pt idx="29">
                  <c:v>A030</c:v>
                </c:pt>
                <c:pt idx="30">
                  <c:v>A003</c:v>
                </c:pt>
                <c:pt idx="31">
                  <c:v>A025</c:v>
                </c:pt>
                <c:pt idx="32">
                  <c:v>A005</c:v>
                </c:pt>
                <c:pt idx="33">
                  <c:v>A001</c:v>
                </c:pt>
                <c:pt idx="34">
                  <c:v>A043</c:v>
                </c:pt>
                <c:pt idx="35">
                  <c:v>A039</c:v>
                </c:pt>
                <c:pt idx="36">
                  <c:v>A044</c:v>
                </c:pt>
                <c:pt idx="37">
                  <c:v>A013</c:v>
                </c:pt>
                <c:pt idx="38">
                  <c:v>A021</c:v>
                </c:pt>
                <c:pt idx="39">
                  <c:v>A023</c:v>
                </c:pt>
                <c:pt idx="40">
                  <c:v>A007</c:v>
                </c:pt>
                <c:pt idx="41">
                  <c:v>A017</c:v>
                </c:pt>
                <c:pt idx="42">
                  <c:v>A019</c:v>
                </c:pt>
                <c:pt idx="43">
                  <c:v>A031</c:v>
                </c:pt>
                <c:pt idx="44">
                  <c:v>A008</c:v>
                </c:pt>
                <c:pt idx="45">
                  <c:v>A038</c:v>
                </c:pt>
                <c:pt idx="46">
                  <c:v>A004</c:v>
                </c:pt>
                <c:pt idx="47">
                  <c:v>A010</c:v>
                </c:pt>
                <c:pt idx="48">
                  <c:v>A036</c:v>
                </c:pt>
                <c:pt idx="49">
                  <c:v>A046</c:v>
                </c:pt>
              </c:strCache>
              <c:extLst/>
            </c:strRef>
          </c:cat>
          <c:val>
            <c:numRef>
              <c:f>'sql5 1'!$C$2:$C$51</c:f>
              <c:numCache>
                <c:formatCode>General</c:formatCode>
                <c:ptCount val="50"/>
                <c:pt idx="0">
                  <c:v>81.56</c:v>
                </c:pt>
                <c:pt idx="1">
                  <c:v>78.94</c:v>
                </c:pt>
                <c:pt idx="2">
                  <c:v>98.01</c:v>
                </c:pt>
                <c:pt idx="3">
                  <c:v>97.16</c:v>
                </c:pt>
                <c:pt idx="4">
                  <c:v>73.8</c:v>
                </c:pt>
                <c:pt idx="5">
                  <c:v>72.75</c:v>
                </c:pt>
                <c:pt idx="6">
                  <c:v>71.5</c:v>
                </c:pt>
                <c:pt idx="7">
                  <c:v>83.31</c:v>
                </c:pt>
                <c:pt idx="8">
                  <c:v>81.709999999999994</c:v>
                </c:pt>
                <c:pt idx="9">
                  <c:v>74.5</c:v>
                </c:pt>
                <c:pt idx="10">
                  <c:v>91.47</c:v>
                </c:pt>
                <c:pt idx="11">
                  <c:v>84.62</c:v>
                </c:pt>
                <c:pt idx="12">
                  <c:v>77.650000000000006</c:v>
                </c:pt>
                <c:pt idx="13">
                  <c:v>99.9</c:v>
                </c:pt>
                <c:pt idx="14">
                  <c:v>99.82</c:v>
                </c:pt>
                <c:pt idx="15">
                  <c:v>77.83</c:v>
                </c:pt>
                <c:pt idx="16">
                  <c:v>74.47</c:v>
                </c:pt>
                <c:pt idx="17">
                  <c:v>73.209999999999994</c:v>
                </c:pt>
                <c:pt idx="18">
                  <c:v>99.32</c:v>
                </c:pt>
                <c:pt idx="19">
                  <c:v>87.72</c:v>
                </c:pt>
                <c:pt idx="20">
                  <c:v>81.67</c:v>
                </c:pt>
                <c:pt idx="21">
                  <c:v>95.08</c:v>
                </c:pt>
                <c:pt idx="22">
                  <c:v>93.37</c:v>
                </c:pt>
                <c:pt idx="23">
                  <c:v>80.849999999999994</c:v>
                </c:pt>
                <c:pt idx="24">
                  <c:v>92.27</c:v>
                </c:pt>
                <c:pt idx="25">
                  <c:v>90.8</c:v>
                </c:pt>
                <c:pt idx="26">
                  <c:v>78.39</c:v>
                </c:pt>
                <c:pt idx="27">
                  <c:v>77.92</c:v>
                </c:pt>
                <c:pt idx="28">
                  <c:v>84.01</c:v>
                </c:pt>
                <c:pt idx="29">
                  <c:v>76.599999999999994</c:v>
                </c:pt>
                <c:pt idx="30">
                  <c:v>74.150000000000006</c:v>
                </c:pt>
                <c:pt idx="31">
                  <c:v>93.94</c:v>
                </c:pt>
                <c:pt idx="32">
                  <c:v>90.04</c:v>
                </c:pt>
                <c:pt idx="33">
                  <c:v>82.01</c:v>
                </c:pt>
                <c:pt idx="34">
                  <c:v>79.510000000000005</c:v>
                </c:pt>
                <c:pt idx="35">
                  <c:v>72.599999999999994</c:v>
                </c:pt>
                <c:pt idx="36">
                  <c:v>92.15</c:v>
                </c:pt>
                <c:pt idx="37">
                  <c:v>92.06</c:v>
                </c:pt>
                <c:pt idx="38">
                  <c:v>82.19</c:v>
                </c:pt>
                <c:pt idx="39">
                  <c:v>74.209999999999994</c:v>
                </c:pt>
                <c:pt idx="40">
                  <c:v>99.11</c:v>
                </c:pt>
                <c:pt idx="41">
                  <c:v>97.9</c:v>
                </c:pt>
                <c:pt idx="42">
                  <c:v>97.7</c:v>
                </c:pt>
                <c:pt idx="43">
                  <c:v>97.29</c:v>
                </c:pt>
                <c:pt idx="44">
                  <c:v>72.39</c:v>
                </c:pt>
                <c:pt idx="45">
                  <c:v>71.8</c:v>
                </c:pt>
                <c:pt idx="46">
                  <c:v>98.25</c:v>
                </c:pt>
                <c:pt idx="47">
                  <c:v>70.45</c:v>
                </c:pt>
                <c:pt idx="48">
                  <c:v>87.21</c:v>
                </c:pt>
                <c:pt idx="49">
                  <c:v>75.459999999999994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94-476F-BE3A-2BF4B9D66E01}"/>
            </c:ext>
          </c:extLst>
        </c:ser>
        <c:ser>
          <c:idx val="1"/>
          <c:order val="1"/>
          <c:tx>
            <c:strRef>
              <c:f>'sql5 1'!$D$1</c:f>
              <c:strCache>
                <c:ptCount val="1"/>
                <c:pt idx="0">
                  <c:v>Route_On_Time_Rank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cat>
            <c:strRef>
              <c:f>'sql5 1'!$A$2:$A$51</c:f>
              <c:strCache>
                <c:ptCount val="50"/>
                <c:pt idx="0">
                  <c:v>A006</c:v>
                </c:pt>
                <c:pt idx="1">
                  <c:v>A037</c:v>
                </c:pt>
                <c:pt idx="2">
                  <c:v>A033</c:v>
                </c:pt>
                <c:pt idx="3">
                  <c:v>A024</c:v>
                </c:pt>
                <c:pt idx="4">
                  <c:v>A027</c:v>
                </c:pt>
                <c:pt idx="5">
                  <c:v>A050</c:v>
                </c:pt>
                <c:pt idx="6">
                  <c:v>A011</c:v>
                </c:pt>
                <c:pt idx="7">
                  <c:v>A015</c:v>
                </c:pt>
                <c:pt idx="8">
                  <c:v>A029</c:v>
                </c:pt>
                <c:pt idx="9">
                  <c:v>A035</c:v>
                </c:pt>
                <c:pt idx="10">
                  <c:v>A041</c:v>
                </c:pt>
                <c:pt idx="11">
                  <c:v>A047</c:v>
                </c:pt>
                <c:pt idx="12">
                  <c:v>A020</c:v>
                </c:pt>
                <c:pt idx="13">
                  <c:v>A014</c:v>
                </c:pt>
                <c:pt idx="14">
                  <c:v>A049</c:v>
                </c:pt>
                <c:pt idx="15">
                  <c:v>A040</c:v>
                </c:pt>
                <c:pt idx="16">
                  <c:v>A028</c:v>
                </c:pt>
                <c:pt idx="17">
                  <c:v>A018</c:v>
                </c:pt>
                <c:pt idx="18">
                  <c:v>A032</c:v>
                </c:pt>
                <c:pt idx="19">
                  <c:v>A022</c:v>
                </c:pt>
                <c:pt idx="20">
                  <c:v>A034</c:v>
                </c:pt>
                <c:pt idx="21">
                  <c:v>A045</c:v>
                </c:pt>
                <c:pt idx="22">
                  <c:v>A042</c:v>
                </c:pt>
                <c:pt idx="23">
                  <c:v>A012</c:v>
                </c:pt>
                <c:pt idx="24">
                  <c:v>A009</c:v>
                </c:pt>
                <c:pt idx="25">
                  <c:v>A002</c:v>
                </c:pt>
                <c:pt idx="26">
                  <c:v>A016</c:v>
                </c:pt>
                <c:pt idx="27">
                  <c:v>A048</c:v>
                </c:pt>
                <c:pt idx="28">
                  <c:v>A026</c:v>
                </c:pt>
                <c:pt idx="29">
                  <c:v>A030</c:v>
                </c:pt>
                <c:pt idx="30">
                  <c:v>A003</c:v>
                </c:pt>
                <c:pt idx="31">
                  <c:v>A025</c:v>
                </c:pt>
                <c:pt idx="32">
                  <c:v>A005</c:v>
                </c:pt>
                <c:pt idx="33">
                  <c:v>A001</c:v>
                </c:pt>
                <c:pt idx="34">
                  <c:v>A043</c:v>
                </c:pt>
                <c:pt idx="35">
                  <c:v>A039</c:v>
                </c:pt>
                <c:pt idx="36">
                  <c:v>A044</c:v>
                </c:pt>
                <c:pt idx="37">
                  <c:v>A013</c:v>
                </c:pt>
                <c:pt idx="38">
                  <c:v>A021</c:v>
                </c:pt>
                <c:pt idx="39">
                  <c:v>A023</c:v>
                </c:pt>
                <c:pt idx="40">
                  <c:v>A007</c:v>
                </c:pt>
                <c:pt idx="41">
                  <c:v>A017</c:v>
                </c:pt>
                <c:pt idx="42">
                  <c:v>A019</c:v>
                </c:pt>
                <c:pt idx="43">
                  <c:v>A031</c:v>
                </c:pt>
                <c:pt idx="44">
                  <c:v>A008</c:v>
                </c:pt>
                <c:pt idx="45">
                  <c:v>A038</c:v>
                </c:pt>
                <c:pt idx="46">
                  <c:v>A004</c:v>
                </c:pt>
                <c:pt idx="47">
                  <c:v>A010</c:v>
                </c:pt>
                <c:pt idx="48">
                  <c:v>A036</c:v>
                </c:pt>
                <c:pt idx="49">
                  <c:v>A046</c:v>
                </c:pt>
              </c:strCache>
              <c:extLst/>
            </c:strRef>
          </c:cat>
          <c:val>
            <c:numRef>
              <c:f>'sql5 1'!$D$2:$D$51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1</c:v>
                </c:pt>
                <c:pt idx="19">
                  <c:v>2</c:v>
                </c:pt>
                <c:pt idx="20">
                  <c:v>3</c:v>
                </c:pt>
                <c:pt idx="21">
                  <c:v>1</c:v>
                </c:pt>
                <c:pt idx="22">
                  <c:v>1</c:v>
                </c:pt>
                <c:pt idx="23">
                  <c:v>2</c:v>
                </c:pt>
                <c:pt idx="24">
                  <c:v>1</c:v>
                </c:pt>
                <c:pt idx="25">
                  <c:v>2</c:v>
                </c:pt>
                <c:pt idx="26">
                  <c:v>3</c:v>
                </c:pt>
                <c:pt idx="27">
                  <c:v>4</c:v>
                </c:pt>
                <c:pt idx="28">
                  <c:v>1</c:v>
                </c:pt>
                <c:pt idx="29">
                  <c:v>1</c:v>
                </c:pt>
                <c:pt idx="30">
                  <c:v>2</c:v>
                </c:pt>
                <c:pt idx="31">
                  <c:v>1</c:v>
                </c:pt>
                <c:pt idx="32">
                  <c:v>1</c:v>
                </c:pt>
                <c:pt idx="33">
                  <c:v>2</c:v>
                </c:pt>
                <c:pt idx="34">
                  <c:v>3</c:v>
                </c:pt>
                <c:pt idx="35">
                  <c:v>4</c:v>
                </c:pt>
                <c:pt idx="36">
                  <c:v>1</c:v>
                </c:pt>
                <c:pt idx="37">
                  <c:v>2</c:v>
                </c:pt>
                <c:pt idx="38">
                  <c:v>3</c:v>
                </c:pt>
                <c:pt idx="39">
                  <c:v>4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1</c:v>
                </c:pt>
                <c:pt idx="47">
                  <c:v>2</c:v>
                </c:pt>
                <c:pt idx="48">
                  <c:v>1</c:v>
                </c:pt>
                <c:pt idx="4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94-476F-BE3A-2BF4B9D66E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25322879"/>
        <c:axId val="625325759"/>
      </c:barChart>
      <c:catAx>
        <c:axId val="625322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5325759"/>
        <c:crosses val="autoZero"/>
        <c:auto val="1"/>
        <c:lblAlgn val="ctr"/>
        <c:lblOffset val="100"/>
        <c:noMultiLvlLbl val="0"/>
      </c:catAx>
      <c:valAx>
        <c:axId val="6253257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5322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'sql5 2'!$C$1</c:f>
              <c:strCache>
                <c:ptCount val="1"/>
                <c:pt idx="0">
                  <c:v>On_Time_Percentage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03F-4926-8605-4587D33009D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03F-4926-8605-4587D33009D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03F-4926-8605-4587D33009D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03F-4926-8605-4587D33009D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D03F-4926-8605-4587D33009D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D03F-4926-8605-4587D33009D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D03F-4926-8605-4587D33009DE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D03F-4926-8605-4587D33009DE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D03F-4926-8605-4587D33009DE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D03F-4926-8605-4587D33009DE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D03F-4926-8605-4587D33009DE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D03F-4926-8605-4587D33009DE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9-D03F-4926-8605-4587D33009DE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B-D03F-4926-8605-4587D33009DE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D-D03F-4926-8605-4587D33009DE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F-D03F-4926-8605-4587D33009DE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1-D03F-4926-8605-4587D33009DE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3-D03F-4926-8605-4587D33009DE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5-D03F-4926-8605-4587D33009DE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7-D03F-4926-8605-4587D33009DE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'sql5 2'!$A$2:$B$21</c:f>
              <c:multiLvlStrCache>
                <c:ptCount val="20"/>
                <c:lvl>
                  <c:pt idx="0">
                    <c:v>R016</c:v>
                  </c:pt>
                  <c:pt idx="1">
                    <c:v>R001</c:v>
                  </c:pt>
                  <c:pt idx="2">
                    <c:v>R012</c:v>
                  </c:pt>
                  <c:pt idx="3">
                    <c:v>R012</c:v>
                  </c:pt>
                  <c:pt idx="4">
                    <c:v>R007</c:v>
                  </c:pt>
                  <c:pt idx="5">
                    <c:v>R006</c:v>
                  </c:pt>
                  <c:pt idx="6">
                    <c:v>R014</c:v>
                  </c:pt>
                  <c:pt idx="7">
                    <c:v>R020</c:v>
                  </c:pt>
                  <c:pt idx="8">
                    <c:v>R005</c:v>
                  </c:pt>
                  <c:pt idx="9">
                    <c:v>R007</c:v>
                  </c:pt>
                  <c:pt idx="10">
                    <c:v>R017</c:v>
                  </c:pt>
                  <c:pt idx="11">
                    <c:v>R014</c:v>
                  </c:pt>
                  <c:pt idx="12">
                    <c:v>R002</c:v>
                  </c:pt>
                  <c:pt idx="13">
                    <c:v>R007</c:v>
                  </c:pt>
                  <c:pt idx="14">
                    <c:v>R002</c:v>
                  </c:pt>
                  <c:pt idx="15">
                    <c:v>R016</c:v>
                  </c:pt>
                  <c:pt idx="16">
                    <c:v>R018</c:v>
                  </c:pt>
                  <c:pt idx="17">
                    <c:v>R018</c:v>
                  </c:pt>
                  <c:pt idx="18">
                    <c:v>R002</c:v>
                  </c:pt>
                  <c:pt idx="19">
                    <c:v>R019</c:v>
                  </c:pt>
                </c:lvl>
                <c:lvl>
                  <c:pt idx="0">
                    <c:v>A043</c:v>
                  </c:pt>
                  <c:pt idx="1">
                    <c:v>A037</c:v>
                  </c:pt>
                  <c:pt idx="2">
                    <c:v>A016</c:v>
                  </c:pt>
                  <c:pt idx="3">
                    <c:v>A048</c:v>
                  </c:pt>
                  <c:pt idx="4">
                    <c:v>A040</c:v>
                  </c:pt>
                  <c:pt idx="5">
                    <c:v>A020</c:v>
                  </c:pt>
                  <c:pt idx="6">
                    <c:v>A030</c:v>
                  </c:pt>
                  <c:pt idx="7">
                    <c:v>A046</c:v>
                  </c:pt>
                  <c:pt idx="8">
                    <c:v>A035</c:v>
                  </c:pt>
                  <c:pt idx="9">
                    <c:v>A028</c:v>
                  </c:pt>
                  <c:pt idx="10">
                    <c:v>A023</c:v>
                  </c:pt>
                  <c:pt idx="11">
                    <c:v>A003</c:v>
                  </c:pt>
                  <c:pt idx="12">
                    <c:v>A027</c:v>
                  </c:pt>
                  <c:pt idx="13">
                    <c:v>A018</c:v>
                  </c:pt>
                  <c:pt idx="14">
                    <c:v>A050</c:v>
                  </c:pt>
                  <c:pt idx="15">
                    <c:v>A039</c:v>
                  </c:pt>
                  <c:pt idx="16">
                    <c:v>A008</c:v>
                  </c:pt>
                  <c:pt idx="17">
                    <c:v>A038</c:v>
                  </c:pt>
                  <c:pt idx="18">
                    <c:v>A011</c:v>
                  </c:pt>
                  <c:pt idx="19">
                    <c:v>A010</c:v>
                  </c:pt>
                </c:lvl>
              </c:multiLvlStrCache>
            </c:multiLvlStrRef>
          </c:cat>
          <c:val>
            <c:numRef>
              <c:f>'sql5 2'!$C$2:$C$21</c:f>
              <c:numCache>
                <c:formatCode>General</c:formatCode>
                <c:ptCount val="20"/>
                <c:pt idx="0">
                  <c:v>79.510000000000005</c:v>
                </c:pt>
                <c:pt idx="1">
                  <c:v>78.94</c:v>
                </c:pt>
                <c:pt idx="2">
                  <c:v>78.39</c:v>
                </c:pt>
                <c:pt idx="3">
                  <c:v>77.92</c:v>
                </c:pt>
                <c:pt idx="4">
                  <c:v>77.83</c:v>
                </c:pt>
                <c:pt idx="5">
                  <c:v>77.650000000000006</c:v>
                </c:pt>
                <c:pt idx="6">
                  <c:v>76.599999999999994</c:v>
                </c:pt>
                <c:pt idx="7">
                  <c:v>75.459999999999994</c:v>
                </c:pt>
                <c:pt idx="8">
                  <c:v>74.5</c:v>
                </c:pt>
                <c:pt idx="9">
                  <c:v>74.47</c:v>
                </c:pt>
                <c:pt idx="10">
                  <c:v>74.209999999999994</c:v>
                </c:pt>
                <c:pt idx="11">
                  <c:v>74.150000000000006</c:v>
                </c:pt>
                <c:pt idx="12">
                  <c:v>73.8</c:v>
                </c:pt>
                <c:pt idx="13">
                  <c:v>73.209999999999994</c:v>
                </c:pt>
                <c:pt idx="14">
                  <c:v>72.75</c:v>
                </c:pt>
                <c:pt idx="15">
                  <c:v>72.599999999999994</c:v>
                </c:pt>
                <c:pt idx="16">
                  <c:v>72.39</c:v>
                </c:pt>
                <c:pt idx="17">
                  <c:v>71.8</c:v>
                </c:pt>
                <c:pt idx="18">
                  <c:v>71.5</c:v>
                </c:pt>
                <c:pt idx="19">
                  <c:v>70.45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D03F-4926-8605-4587D33009D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'sql5 3'!$B$1</c:f>
              <c:strCache>
                <c:ptCount val="1"/>
                <c:pt idx="0">
                  <c:v>Average_Speed_KM_HR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cat>
            <c:strRef>
              <c:f>'sql5 3'!$A$2:$A$3</c:f>
              <c:strCache>
                <c:ptCount val="2"/>
                <c:pt idx="0">
                  <c:v>Top 5 Agents</c:v>
                </c:pt>
                <c:pt idx="1">
                  <c:v>Bottom 5 Agents</c:v>
                </c:pt>
              </c:strCache>
            </c:strRef>
          </c:cat>
          <c:val>
            <c:numRef>
              <c:f>'sql5 3'!$B$2:$B$3</c:f>
              <c:numCache>
                <c:formatCode>General</c:formatCode>
                <c:ptCount val="2"/>
                <c:pt idx="0">
                  <c:v>60</c:v>
                </c:pt>
                <c:pt idx="1">
                  <c:v>56.8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4C-4AAA-A6CD-D1DEA99ED0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25330559"/>
        <c:axId val="625314239"/>
      </c:barChart>
      <c:catAx>
        <c:axId val="625330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5314239"/>
        <c:crosses val="autoZero"/>
        <c:auto val="1"/>
        <c:lblAlgn val="ctr"/>
        <c:lblOffset val="100"/>
        <c:noMultiLvlLbl val="0"/>
      </c:catAx>
      <c:valAx>
        <c:axId val="625314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5330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[Book1]Sheet2!PivotTable5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Count of Order_ID by Checkpoint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Sheet2!$E$3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cat>
            <c:multiLvlStrRef>
              <c:f>Sheet2!$A$4:$D$18</c:f>
              <c:multiLvlStrCache>
                <c:ptCount val="15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  <c:pt idx="6">
                    <c:v>May</c:v>
                  </c:pt>
                  <c:pt idx="7">
                    <c:v>Jun</c:v>
                  </c:pt>
                  <c:pt idx="8">
                    <c:v>Jul</c:v>
                  </c:pt>
                  <c:pt idx="9">
                    <c:v>May</c:v>
                  </c:pt>
                  <c:pt idx="10">
                    <c:v>Jun</c:v>
                  </c:pt>
                  <c:pt idx="11">
                    <c:v>Jul</c:v>
                  </c:pt>
                  <c:pt idx="12">
                    <c:v>May</c:v>
                  </c:pt>
                  <c:pt idx="13">
                    <c:v>Jun</c:v>
                  </c:pt>
                  <c:pt idx="14">
                    <c:v>Jul</c:v>
                  </c:pt>
                </c:lvl>
                <c:lvl>
                  <c:pt idx="0">
                    <c:v>Checkpoint 1</c:v>
                  </c:pt>
                  <c:pt idx="3">
                    <c:v>Checkpoint 2</c:v>
                  </c:pt>
                  <c:pt idx="6">
                    <c:v>Checkpoint 3</c:v>
                  </c:pt>
                  <c:pt idx="9">
                    <c:v>Checkpoint 4</c:v>
                  </c:pt>
                  <c:pt idx="12">
                    <c:v>Checkpoint 5</c:v>
                  </c:pt>
                </c:lvl>
              </c:multiLvlStrCache>
            </c:multiLvlStrRef>
          </c:cat>
          <c:val>
            <c:numRef>
              <c:f>Sheet2!$E$4:$E$18</c:f>
              <c:numCache>
                <c:formatCode>General</c:formatCode>
                <c:ptCount val="15"/>
                <c:pt idx="0">
                  <c:v>10</c:v>
                </c:pt>
                <c:pt idx="1">
                  <c:v>31</c:v>
                </c:pt>
                <c:pt idx="2">
                  <c:v>20</c:v>
                </c:pt>
                <c:pt idx="3">
                  <c:v>27</c:v>
                </c:pt>
                <c:pt idx="4">
                  <c:v>82</c:v>
                </c:pt>
                <c:pt idx="5">
                  <c:v>61</c:v>
                </c:pt>
                <c:pt idx="6">
                  <c:v>27</c:v>
                </c:pt>
                <c:pt idx="7">
                  <c:v>89</c:v>
                </c:pt>
                <c:pt idx="8">
                  <c:v>69</c:v>
                </c:pt>
                <c:pt idx="9">
                  <c:v>17</c:v>
                </c:pt>
                <c:pt idx="10">
                  <c:v>60</c:v>
                </c:pt>
                <c:pt idx="11">
                  <c:v>50</c:v>
                </c:pt>
                <c:pt idx="12">
                  <c:v>11</c:v>
                </c:pt>
                <c:pt idx="13">
                  <c:v>37</c:v>
                </c:pt>
                <c:pt idx="14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30-46EA-972B-FF7F93CD52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10878832"/>
        <c:axId val="1110871632"/>
      </c:barChart>
      <c:catAx>
        <c:axId val="1110878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0871632"/>
        <c:crosses val="autoZero"/>
        <c:auto val="1"/>
        <c:lblAlgn val="ctr"/>
        <c:lblOffset val="100"/>
        <c:noMultiLvlLbl val="0"/>
      </c:catAx>
      <c:valAx>
        <c:axId val="1110871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0878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'sql6 2'!$B$1</c:f>
              <c:strCache>
                <c:ptCount val="1"/>
                <c:pt idx="0">
                  <c:v>Delay_Count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9AEE-4D60-AE82-4BFE7A5E39F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9AEE-4D60-AE82-4BFE7A5E39F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9AEE-4D60-AE82-4BFE7A5E39F1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'sql6 2'!$A$2:$A$4</c:f>
              <c:strCache>
                <c:ptCount val="3"/>
                <c:pt idx="0">
                  <c:v>Sorting Delay</c:v>
                </c:pt>
                <c:pt idx="1">
                  <c:v>Weather</c:v>
                </c:pt>
                <c:pt idx="2">
                  <c:v>Traffic</c:v>
                </c:pt>
              </c:strCache>
            </c:strRef>
          </c:cat>
          <c:val>
            <c:numRef>
              <c:f>'sql6 2'!$B$2:$B$4</c:f>
              <c:numCache>
                <c:formatCode>General</c:formatCode>
                <c:ptCount val="3"/>
                <c:pt idx="0">
                  <c:v>272</c:v>
                </c:pt>
                <c:pt idx="1">
                  <c:v>263</c:v>
                </c:pt>
                <c:pt idx="2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AEE-4D60-AE82-4BFE7A5E39F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'sql6 3'!$B$1</c:f>
              <c:strCache>
                <c:ptCount val="1"/>
                <c:pt idx="0">
                  <c:v>Delayed_Checkpoint_Count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trendline>
            <c:spPr>
              <a:ln w="952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'sql6 3'!$A$2:$A$152</c:f>
              <c:strCache>
                <c:ptCount val="151"/>
                <c:pt idx="0">
                  <c:v>O0016</c:v>
                </c:pt>
                <c:pt idx="1">
                  <c:v>O0019</c:v>
                </c:pt>
                <c:pt idx="2">
                  <c:v>O0038</c:v>
                </c:pt>
                <c:pt idx="3">
                  <c:v>O0070</c:v>
                </c:pt>
                <c:pt idx="4">
                  <c:v>O0105</c:v>
                </c:pt>
                <c:pt idx="5">
                  <c:v>O0115</c:v>
                </c:pt>
                <c:pt idx="6">
                  <c:v>O0170</c:v>
                </c:pt>
                <c:pt idx="7">
                  <c:v>O0203</c:v>
                </c:pt>
                <c:pt idx="8">
                  <c:v>O0224</c:v>
                </c:pt>
                <c:pt idx="9">
                  <c:v>O0269</c:v>
                </c:pt>
                <c:pt idx="10">
                  <c:v>O0290</c:v>
                </c:pt>
                <c:pt idx="11">
                  <c:v>O0293</c:v>
                </c:pt>
                <c:pt idx="12">
                  <c:v>O0294</c:v>
                </c:pt>
                <c:pt idx="13">
                  <c:v>O0003</c:v>
                </c:pt>
                <c:pt idx="14">
                  <c:v>O0004</c:v>
                </c:pt>
                <c:pt idx="15">
                  <c:v>O0005</c:v>
                </c:pt>
                <c:pt idx="16">
                  <c:v>O0015</c:v>
                </c:pt>
                <c:pt idx="17">
                  <c:v>O0021</c:v>
                </c:pt>
                <c:pt idx="18">
                  <c:v>O0024</c:v>
                </c:pt>
                <c:pt idx="19">
                  <c:v>O0041</c:v>
                </c:pt>
                <c:pt idx="20">
                  <c:v>O0048</c:v>
                </c:pt>
                <c:pt idx="21">
                  <c:v>O0053</c:v>
                </c:pt>
                <c:pt idx="22">
                  <c:v>O0055</c:v>
                </c:pt>
                <c:pt idx="23">
                  <c:v>O0064</c:v>
                </c:pt>
                <c:pt idx="24">
                  <c:v>O0065</c:v>
                </c:pt>
                <c:pt idx="25">
                  <c:v>O0066</c:v>
                </c:pt>
                <c:pt idx="26">
                  <c:v>O0069</c:v>
                </c:pt>
                <c:pt idx="27">
                  <c:v>O0075</c:v>
                </c:pt>
                <c:pt idx="28">
                  <c:v>O0092</c:v>
                </c:pt>
                <c:pt idx="29">
                  <c:v>O0098</c:v>
                </c:pt>
                <c:pt idx="30">
                  <c:v>O0099</c:v>
                </c:pt>
                <c:pt idx="31">
                  <c:v>O0100</c:v>
                </c:pt>
                <c:pt idx="32">
                  <c:v>O0119</c:v>
                </c:pt>
                <c:pt idx="33">
                  <c:v>O0125</c:v>
                </c:pt>
                <c:pt idx="34">
                  <c:v>O0132</c:v>
                </c:pt>
                <c:pt idx="35">
                  <c:v>O0135</c:v>
                </c:pt>
                <c:pt idx="36">
                  <c:v>O0136</c:v>
                </c:pt>
                <c:pt idx="37">
                  <c:v>O0142</c:v>
                </c:pt>
                <c:pt idx="38">
                  <c:v>O0143</c:v>
                </c:pt>
                <c:pt idx="39">
                  <c:v>O0144</c:v>
                </c:pt>
                <c:pt idx="40">
                  <c:v>O0147</c:v>
                </c:pt>
                <c:pt idx="41">
                  <c:v>O0155</c:v>
                </c:pt>
                <c:pt idx="42">
                  <c:v>O0156</c:v>
                </c:pt>
                <c:pt idx="43">
                  <c:v>O0158</c:v>
                </c:pt>
                <c:pt idx="44">
                  <c:v>O0160</c:v>
                </c:pt>
                <c:pt idx="45">
                  <c:v>O0166</c:v>
                </c:pt>
                <c:pt idx="46">
                  <c:v>O0173</c:v>
                </c:pt>
                <c:pt idx="47">
                  <c:v>O0178</c:v>
                </c:pt>
                <c:pt idx="48">
                  <c:v>O0183</c:v>
                </c:pt>
                <c:pt idx="49">
                  <c:v>O0184</c:v>
                </c:pt>
                <c:pt idx="50">
                  <c:v>O0186</c:v>
                </c:pt>
                <c:pt idx="51">
                  <c:v>O0195</c:v>
                </c:pt>
                <c:pt idx="52">
                  <c:v>O0196</c:v>
                </c:pt>
                <c:pt idx="53">
                  <c:v>O0206</c:v>
                </c:pt>
                <c:pt idx="54">
                  <c:v>O0210</c:v>
                </c:pt>
                <c:pt idx="55">
                  <c:v>O0212</c:v>
                </c:pt>
                <c:pt idx="56">
                  <c:v>O0221</c:v>
                </c:pt>
                <c:pt idx="57">
                  <c:v>O0230</c:v>
                </c:pt>
                <c:pt idx="58">
                  <c:v>O0241</c:v>
                </c:pt>
                <c:pt idx="59">
                  <c:v>O0242</c:v>
                </c:pt>
                <c:pt idx="60">
                  <c:v>O0247</c:v>
                </c:pt>
                <c:pt idx="61">
                  <c:v>O0253</c:v>
                </c:pt>
                <c:pt idx="62">
                  <c:v>O0262</c:v>
                </c:pt>
                <c:pt idx="63">
                  <c:v>O0263</c:v>
                </c:pt>
                <c:pt idx="64">
                  <c:v>O0270</c:v>
                </c:pt>
                <c:pt idx="65">
                  <c:v>O0271</c:v>
                </c:pt>
                <c:pt idx="66">
                  <c:v>O0276</c:v>
                </c:pt>
                <c:pt idx="67">
                  <c:v>O0278</c:v>
                </c:pt>
                <c:pt idx="68">
                  <c:v>O0286</c:v>
                </c:pt>
                <c:pt idx="69">
                  <c:v>O0287</c:v>
                </c:pt>
                <c:pt idx="70">
                  <c:v>O0002</c:v>
                </c:pt>
                <c:pt idx="71">
                  <c:v>O0007</c:v>
                </c:pt>
                <c:pt idx="72">
                  <c:v>O0025</c:v>
                </c:pt>
                <c:pt idx="73">
                  <c:v>O0027</c:v>
                </c:pt>
                <c:pt idx="74">
                  <c:v>O0030</c:v>
                </c:pt>
                <c:pt idx="75">
                  <c:v>O0033</c:v>
                </c:pt>
                <c:pt idx="76">
                  <c:v>O0046</c:v>
                </c:pt>
                <c:pt idx="77">
                  <c:v>O0052</c:v>
                </c:pt>
                <c:pt idx="78">
                  <c:v>O0057</c:v>
                </c:pt>
                <c:pt idx="79">
                  <c:v>O0058</c:v>
                </c:pt>
                <c:pt idx="80">
                  <c:v>O0060</c:v>
                </c:pt>
                <c:pt idx="81">
                  <c:v>O0061</c:v>
                </c:pt>
                <c:pt idx="82">
                  <c:v>O0067</c:v>
                </c:pt>
                <c:pt idx="83">
                  <c:v>O0073</c:v>
                </c:pt>
                <c:pt idx="84">
                  <c:v>O0074</c:v>
                </c:pt>
                <c:pt idx="85">
                  <c:v>O0081</c:v>
                </c:pt>
                <c:pt idx="86">
                  <c:v>O0082</c:v>
                </c:pt>
                <c:pt idx="87">
                  <c:v>O0087</c:v>
                </c:pt>
                <c:pt idx="88">
                  <c:v>O0089</c:v>
                </c:pt>
                <c:pt idx="89">
                  <c:v>O0090</c:v>
                </c:pt>
                <c:pt idx="90">
                  <c:v>O0091</c:v>
                </c:pt>
                <c:pt idx="91">
                  <c:v>O0094</c:v>
                </c:pt>
                <c:pt idx="92">
                  <c:v>O0095</c:v>
                </c:pt>
                <c:pt idx="93">
                  <c:v>O0096</c:v>
                </c:pt>
                <c:pt idx="94">
                  <c:v>O0097</c:v>
                </c:pt>
                <c:pt idx="95">
                  <c:v>O0103</c:v>
                </c:pt>
                <c:pt idx="96">
                  <c:v>O0110</c:v>
                </c:pt>
                <c:pt idx="97">
                  <c:v>O0112</c:v>
                </c:pt>
                <c:pt idx="98">
                  <c:v>O0117</c:v>
                </c:pt>
                <c:pt idx="99">
                  <c:v>O0120</c:v>
                </c:pt>
                <c:pt idx="100">
                  <c:v>O0121</c:v>
                </c:pt>
                <c:pt idx="101">
                  <c:v>O0124</c:v>
                </c:pt>
                <c:pt idx="102">
                  <c:v>O0127</c:v>
                </c:pt>
                <c:pt idx="103">
                  <c:v>O0131</c:v>
                </c:pt>
                <c:pt idx="104">
                  <c:v>O0134</c:v>
                </c:pt>
                <c:pt idx="105">
                  <c:v>O0137</c:v>
                </c:pt>
                <c:pt idx="106">
                  <c:v>O0141</c:v>
                </c:pt>
                <c:pt idx="107">
                  <c:v>O0145</c:v>
                </c:pt>
                <c:pt idx="108">
                  <c:v>O0146</c:v>
                </c:pt>
                <c:pt idx="109">
                  <c:v>O0152</c:v>
                </c:pt>
                <c:pt idx="110">
                  <c:v>O0157</c:v>
                </c:pt>
                <c:pt idx="111">
                  <c:v>O0165</c:v>
                </c:pt>
                <c:pt idx="112">
                  <c:v>O0168</c:v>
                </c:pt>
                <c:pt idx="113">
                  <c:v>O0176</c:v>
                </c:pt>
                <c:pt idx="114">
                  <c:v>O0192</c:v>
                </c:pt>
                <c:pt idx="115">
                  <c:v>O0198</c:v>
                </c:pt>
                <c:pt idx="116">
                  <c:v>O0199</c:v>
                </c:pt>
                <c:pt idx="117">
                  <c:v>O0205</c:v>
                </c:pt>
                <c:pt idx="118">
                  <c:v>O0208</c:v>
                </c:pt>
                <c:pt idx="119">
                  <c:v>O0211</c:v>
                </c:pt>
                <c:pt idx="120">
                  <c:v>O0215</c:v>
                </c:pt>
                <c:pt idx="121">
                  <c:v>O0216</c:v>
                </c:pt>
                <c:pt idx="122">
                  <c:v>O0219</c:v>
                </c:pt>
                <c:pt idx="123">
                  <c:v>O0220</c:v>
                </c:pt>
                <c:pt idx="124">
                  <c:v>O0227</c:v>
                </c:pt>
                <c:pt idx="125">
                  <c:v>O0229</c:v>
                </c:pt>
                <c:pt idx="126">
                  <c:v>O0232</c:v>
                </c:pt>
                <c:pt idx="127">
                  <c:v>O0235</c:v>
                </c:pt>
                <c:pt idx="128">
                  <c:v>O0238</c:v>
                </c:pt>
                <c:pt idx="129">
                  <c:v>O0240</c:v>
                </c:pt>
                <c:pt idx="130">
                  <c:v>O0243</c:v>
                </c:pt>
                <c:pt idx="131">
                  <c:v>O0244</c:v>
                </c:pt>
                <c:pt idx="132">
                  <c:v>O0249</c:v>
                </c:pt>
                <c:pt idx="133">
                  <c:v>O0251</c:v>
                </c:pt>
                <c:pt idx="134">
                  <c:v>O0252</c:v>
                </c:pt>
                <c:pt idx="135">
                  <c:v>O0254</c:v>
                </c:pt>
                <c:pt idx="136">
                  <c:v>O0256</c:v>
                </c:pt>
                <c:pt idx="137">
                  <c:v>O0257</c:v>
                </c:pt>
                <c:pt idx="138">
                  <c:v>O0258</c:v>
                </c:pt>
                <c:pt idx="139">
                  <c:v>O0264</c:v>
                </c:pt>
                <c:pt idx="140">
                  <c:v>O0266</c:v>
                </c:pt>
                <c:pt idx="141">
                  <c:v>O0268</c:v>
                </c:pt>
                <c:pt idx="142">
                  <c:v>O0274</c:v>
                </c:pt>
                <c:pt idx="143">
                  <c:v>O0279</c:v>
                </c:pt>
                <c:pt idx="144">
                  <c:v>O0282</c:v>
                </c:pt>
                <c:pt idx="145">
                  <c:v>O0288</c:v>
                </c:pt>
                <c:pt idx="146">
                  <c:v>O0289</c:v>
                </c:pt>
                <c:pt idx="147">
                  <c:v>O0291</c:v>
                </c:pt>
                <c:pt idx="148">
                  <c:v>O0292</c:v>
                </c:pt>
                <c:pt idx="149">
                  <c:v>O0298</c:v>
                </c:pt>
                <c:pt idx="150">
                  <c:v>O0300</c:v>
                </c:pt>
              </c:strCache>
            </c:strRef>
          </c:cat>
          <c:val>
            <c:numRef>
              <c:f>'sql6 3'!$B$2:$B$152</c:f>
              <c:numCache>
                <c:formatCode>General</c:formatCode>
                <c:ptCount val="151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4</c:v>
                </c:pt>
                <c:pt idx="41">
                  <c:v>4</c:v>
                </c:pt>
                <c:pt idx="42">
                  <c:v>4</c:v>
                </c:pt>
                <c:pt idx="43">
                  <c:v>4</c:v>
                </c:pt>
                <c:pt idx="44">
                  <c:v>4</c:v>
                </c:pt>
                <c:pt idx="45">
                  <c:v>4</c:v>
                </c:pt>
                <c:pt idx="46">
                  <c:v>4</c:v>
                </c:pt>
                <c:pt idx="47">
                  <c:v>4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4</c:v>
                </c:pt>
                <c:pt idx="53">
                  <c:v>4</c:v>
                </c:pt>
                <c:pt idx="54">
                  <c:v>4</c:v>
                </c:pt>
                <c:pt idx="55">
                  <c:v>4</c:v>
                </c:pt>
                <c:pt idx="56">
                  <c:v>4</c:v>
                </c:pt>
                <c:pt idx="57">
                  <c:v>4</c:v>
                </c:pt>
                <c:pt idx="58">
                  <c:v>4</c:v>
                </c:pt>
                <c:pt idx="59">
                  <c:v>4</c:v>
                </c:pt>
                <c:pt idx="60">
                  <c:v>4</c:v>
                </c:pt>
                <c:pt idx="61">
                  <c:v>4</c:v>
                </c:pt>
                <c:pt idx="62">
                  <c:v>4</c:v>
                </c:pt>
                <c:pt idx="63">
                  <c:v>4</c:v>
                </c:pt>
                <c:pt idx="64">
                  <c:v>4</c:v>
                </c:pt>
                <c:pt idx="65">
                  <c:v>4</c:v>
                </c:pt>
                <c:pt idx="66">
                  <c:v>4</c:v>
                </c:pt>
                <c:pt idx="67">
                  <c:v>4</c:v>
                </c:pt>
                <c:pt idx="68">
                  <c:v>4</c:v>
                </c:pt>
                <c:pt idx="69">
                  <c:v>4</c:v>
                </c:pt>
                <c:pt idx="70">
                  <c:v>3</c:v>
                </c:pt>
                <c:pt idx="71">
                  <c:v>3</c:v>
                </c:pt>
                <c:pt idx="72">
                  <c:v>3</c:v>
                </c:pt>
                <c:pt idx="73">
                  <c:v>3</c:v>
                </c:pt>
                <c:pt idx="74">
                  <c:v>3</c:v>
                </c:pt>
                <c:pt idx="75">
                  <c:v>3</c:v>
                </c:pt>
                <c:pt idx="76">
                  <c:v>3</c:v>
                </c:pt>
                <c:pt idx="77">
                  <c:v>3</c:v>
                </c:pt>
                <c:pt idx="78">
                  <c:v>3</c:v>
                </c:pt>
                <c:pt idx="79">
                  <c:v>3</c:v>
                </c:pt>
                <c:pt idx="80">
                  <c:v>3</c:v>
                </c:pt>
                <c:pt idx="81">
                  <c:v>3</c:v>
                </c:pt>
                <c:pt idx="82">
                  <c:v>3</c:v>
                </c:pt>
                <c:pt idx="83">
                  <c:v>3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</c:v>
                </c:pt>
                <c:pt idx="96">
                  <c:v>3</c:v>
                </c:pt>
                <c:pt idx="97">
                  <c:v>3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</c:v>
                </c:pt>
                <c:pt idx="103">
                  <c:v>3</c:v>
                </c:pt>
                <c:pt idx="104">
                  <c:v>3</c:v>
                </c:pt>
                <c:pt idx="105">
                  <c:v>3</c:v>
                </c:pt>
                <c:pt idx="106">
                  <c:v>3</c:v>
                </c:pt>
                <c:pt idx="107">
                  <c:v>3</c:v>
                </c:pt>
                <c:pt idx="108">
                  <c:v>3</c:v>
                </c:pt>
                <c:pt idx="109">
                  <c:v>3</c:v>
                </c:pt>
                <c:pt idx="110">
                  <c:v>3</c:v>
                </c:pt>
                <c:pt idx="111">
                  <c:v>3</c:v>
                </c:pt>
                <c:pt idx="112">
                  <c:v>3</c:v>
                </c:pt>
                <c:pt idx="113">
                  <c:v>3</c:v>
                </c:pt>
                <c:pt idx="114">
                  <c:v>3</c:v>
                </c:pt>
                <c:pt idx="115">
                  <c:v>3</c:v>
                </c:pt>
                <c:pt idx="116">
                  <c:v>3</c:v>
                </c:pt>
                <c:pt idx="117">
                  <c:v>3</c:v>
                </c:pt>
                <c:pt idx="118">
                  <c:v>3</c:v>
                </c:pt>
                <c:pt idx="119">
                  <c:v>3</c:v>
                </c:pt>
                <c:pt idx="120">
                  <c:v>3</c:v>
                </c:pt>
                <c:pt idx="121">
                  <c:v>3</c:v>
                </c:pt>
                <c:pt idx="122">
                  <c:v>3</c:v>
                </c:pt>
                <c:pt idx="123">
                  <c:v>3</c:v>
                </c:pt>
                <c:pt idx="124">
                  <c:v>3</c:v>
                </c:pt>
                <c:pt idx="125">
                  <c:v>3</c:v>
                </c:pt>
                <c:pt idx="126">
                  <c:v>3</c:v>
                </c:pt>
                <c:pt idx="127">
                  <c:v>3</c:v>
                </c:pt>
                <c:pt idx="128">
                  <c:v>3</c:v>
                </c:pt>
                <c:pt idx="129">
                  <c:v>3</c:v>
                </c:pt>
                <c:pt idx="130">
                  <c:v>3</c:v>
                </c:pt>
                <c:pt idx="131">
                  <c:v>3</c:v>
                </c:pt>
                <c:pt idx="132">
                  <c:v>3</c:v>
                </c:pt>
                <c:pt idx="133">
                  <c:v>3</c:v>
                </c:pt>
                <c:pt idx="134">
                  <c:v>3</c:v>
                </c:pt>
                <c:pt idx="135">
                  <c:v>3</c:v>
                </c:pt>
                <c:pt idx="136">
                  <c:v>3</c:v>
                </c:pt>
                <c:pt idx="137">
                  <c:v>3</c:v>
                </c:pt>
                <c:pt idx="138">
                  <c:v>3</c:v>
                </c:pt>
                <c:pt idx="139">
                  <c:v>3</c:v>
                </c:pt>
                <c:pt idx="140">
                  <c:v>3</c:v>
                </c:pt>
                <c:pt idx="141">
                  <c:v>3</c:v>
                </c:pt>
                <c:pt idx="142">
                  <c:v>3</c:v>
                </c:pt>
                <c:pt idx="143">
                  <c:v>3</c:v>
                </c:pt>
                <c:pt idx="144">
                  <c:v>3</c:v>
                </c:pt>
                <c:pt idx="145">
                  <c:v>3</c:v>
                </c:pt>
                <c:pt idx="146">
                  <c:v>3</c:v>
                </c:pt>
                <c:pt idx="147">
                  <c:v>3</c:v>
                </c:pt>
                <c:pt idx="148">
                  <c:v>3</c:v>
                </c:pt>
                <c:pt idx="149">
                  <c:v>3</c:v>
                </c:pt>
                <c:pt idx="15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1E-4E5B-9A84-8C739D86FA8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1110890352"/>
        <c:axId val="1110891312"/>
      </c:barChart>
      <c:catAx>
        <c:axId val="111089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0891312"/>
        <c:crosses val="autoZero"/>
        <c:auto val="1"/>
        <c:lblAlgn val="ctr"/>
        <c:lblOffset val="100"/>
        <c:noMultiLvlLbl val="0"/>
      </c:catAx>
      <c:valAx>
        <c:axId val="111089131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089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'sql7 1'!$B$1</c:f>
              <c:strCache>
                <c:ptCount val="1"/>
                <c:pt idx="0">
                  <c:v>Average_Delivery_Delay_Days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'sql7 1'!$A$2:$A$21</c:f>
              <c:strCache>
                <c:ptCount val="20"/>
                <c:pt idx="0">
                  <c:v>Lake Kathrynchester</c:v>
                </c:pt>
                <c:pt idx="1">
                  <c:v>South Davidborough</c:v>
                </c:pt>
                <c:pt idx="2">
                  <c:v>Lake Jessicastad</c:v>
                </c:pt>
                <c:pt idx="3">
                  <c:v>South Brianchester</c:v>
                </c:pt>
                <c:pt idx="4">
                  <c:v>East Amy</c:v>
                </c:pt>
                <c:pt idx="5">
                  <c:v>Bellfurt</c:v>
                </c:pt>
                <c:pt idx="6">
                  <c:v>Lake Robinhaven</c:v>
                </c:pt>
                <c:pt idx="7">
                  <c:v>North Edward</c:v>
                </c:pt>
                <c:pt idx="8">
                  <c:v>Lake Oscarfurt</c:v>
                </c:pt>
                <c:pt idx="9">
                  <c:v>New Aimeechester</c:v>
                </c:pt>
                <c:pt idx="10">
                  <c:v>Aaronhaven</c:v>
                </c:pt>
                <c:pt idx="11">
                  <c:v>Lowemouth</c:v>
                </c:pt>
                <c:pt idx="12">
                  <c:v>North Aliceside</c:v>
                </c:pt>
                <c:pt idx="13">
                  <c:v>South Johnville</c:v>
                </c:pt>
                <c:pt idx="14">
                  <c:v>New Jessica</c:v>
                </c:pt>
                <c:pt idx="15">
                  <c:v>Ramosside</c:v>
                </c:pt>
                <c:pt idx="16">
                  <c:v>Port Tammybury</c:v>
                </c:pt>
                <c:pt idx="17">
                  <c:v>South Jenniferfurt</c:v>
                </c:pt>
                <c:pt idx="18">
                  <c:v>Juliestad</c:v>
                </c:pt>
                <c:pt idx="19">
                  <c:v>West Calvinview</c:v>
                </c:pt>
              </c:strCache>
            </c:strRef>
          </c:cat>
          <c:val>
            <c:numRef>
              <c:f>'sql7 1'!$B$2:$B$21</c:f>
              <c:numCache>
                <c:formatCode>General</c:formatCode>
                <c:ptCount val="20"/>
                <c:pt idx="0">
                  <c:v>0.41670000000000001</c:v>
                </c:pt>
                <c:pt idx="1">
                  <c:v>0.4375</c:v>
                </c:pt>
                <c:pt idx="2">
                  <c:v>0.4667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0.54549999999999998</c:v>
                </c:pt>
                <c:pt idx="7">
                  <c:v>0.61539999999999995</c:v>
                </c:pt>
                <c:pt idx="8">
                  <c:v>0.61539999999999995</c:v>
                </c:pt>
                <c:pt idx="9">
                  <c:v>0.66669999999999996</c:v>
                </c:pt>
                <c:pt idx="10">
                  <c:v>0.6875</c:v>
                </c:pt>
                <c:pt idx="11">
                  <c:v>0.7</c:v>
                </c:pt>
                <c:pt idx="12">
                  <c:v>0.7</c:v>
                </c:pt>
                <c:pt idx="13">
                  <c:v>0.76470000000000005</c:v>
                </c:pt>
                <c:pt idx="14">
                  <c:v>0.8</c:v>
                </c:pt>
                <c:pt idx="15">
                  <c:v>0.8</c:v>
                </c:pt>
                <c:pt idx="16">
                  <c:v>1</c:v>
                </c:pt>
                <c:pt idx="17">
                  <c:v>1</c:v>
                </c:pt>
                <c:pt idx="18">
                  <c:v>1.0588</c:v>
                </c:pt>
                <c:pt idx="19">
                  <c:v>1.0832999999999999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0D-46B1-B657-48D6E7D82C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-50"/>
        <c:axId val="1110915792"/>
        <c:axId val="1110914352"/>
      </c:barChart>
      <c:catAx>
        <c:axId val="111091579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0914352"/>
        <c:crosses val="autoZero"/>
        <c:auto val="1"/>
        <c:lblAlgn val="ctr"/>
        <c:lblOffset val="100"/>
        <c:noMultiLvlLbl val="0"/>
      </c:catAx>
      <c:valAx>
        <c:axId val="111091435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0915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  <c:perspective val="5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'sql7 2'!$A$1</c:f>
              <c:strCache>
                <c:ptCount val="1"/>
                <c:pt idx="0">
                  <c:v>On_Time_Delivery_Percentage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50800">
                <a:solidFill>
                  <a:schemeClr val="lt1"/>
                </a:solidFill>
              </a:ln>
              <a:effectLst/>
              <a:sp3d contourW="508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D82-41D0-91C8-EFF2E8BE0B3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'sql7 2'!$A$2</c:f>
              <c:numCache>
                <c:formatCode>General</c:formatCode>
                <c:ptCount val="1"/>
                <c:pt idx="0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82-41D0-91C8-EFF2E8BE0B3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'sql7 3'!$B$1</c:f>
              <c:strCache>
                <c:ptCount val="1"/>
                <c:pt idx="0">
                  <c:v>Average_Traffic_Delay_Minutes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BD8F-48C9-937D-A9096ED43E2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BD8F-48C9-937D-A9096ED43E2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BD8F-48C9-937D-A9096ED43E2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BD8F-48C9-937D-A9096ED43E2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9-BD8F-48C9-937D-A9096ED43E26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B-BD8F-48C9-937D-A9096ED43E26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D-BD8F-48C9-937D-A9096ED43E26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F-BD8F-48C9-937D-A9096ED43E26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1-BD8F-48C9-937D-A9096ED43E26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3-BD8F-48C9-937D-A9096ED43E26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5-BD8F-48C9-937D-A9096ED43E26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7-BD8F-48C9-937D-A9096ED43E26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9-BD8F-48C9-937D-A9096ED43E26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B-BD8F-48C9-937D-A9096ED43E26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D-BD8F-48C9-937D-A9096ED43E26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F-BD8F-48C9-937D-A9096ED43E26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21-BD8F-48C9-937D-A9096ED43E26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23-BD8F-48C9-937D-A9096ED43E26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25-BD8F-48C9-937D-A9096ED43E26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27-BD8F-48C9-937D-A9096ED43E2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D8F-48C9-937D-A9096ED43E2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D8F-48C9-937D-A9096ED43E2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BD8F-48C9-937D-A9096ED43E2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BD8F-48C9-937D-A9096ED43E26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BD8F-48C9-937D-A9096ED43E26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BD8F-48C9-937D-A9096ED43E26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BD8F-48C9-937D-A9096ED43E26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BD8F-48C9-937D-A9096ED43E26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BD8F-48C9-937D-A9096ED43E26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BD8F-48C9-937D-A9096ED43E26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BD8F-48C9-937D-A9096ED43E26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6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BD8F-48C9-937D-A9096ED43E26}"/>
                </c:ext>
              </c:extLst>
            </c:dLbl>
            <c:dLbl>
              <c:idx val="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BD8F-48C9-937D-A9096ED43E26}"/>
                </c:ext>
              </c:extLst>
            </c:dLbl>
            <c:dLbl>
              <c:idx val="1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BD8F-48C9-937D-A9096ED43E26}"/>
                </c:ext>
              </c:extLst>
            </c:dLbl>
            <c:dLbl>
              <c:idx val="1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BD8F-48C9-937D-A9096ED43E26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BD8F-48C9-937D-A9096ED43E26}"/>
                </c:ext>
              </c:extLst>
            </c:dLbl>
            <c:dLbl>
              <c:idx val="1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BD8F-48C9-937D-A9096ED43E26}"/>
                </c:ext>
              </c:extLst>
            </c:dLbl>
            <c:dLbl>
              <c:idx val="1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6">
                          <a:lumMod val="80000"/>
                          <a:lumOff val="2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3-BD8F-48C9-937D-A9096ED43E26}"/>
                </c:ext>
              </c:extLst>
            </c:dLbl>
            <c:dLbl>
              <c:idx val="1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lumMod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5-BD8F-48C9-937D-A9096ED43E26}"/>
                </c:ext>
              </c:extLst>
            </c:dLbl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>
                          <a:lumMod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7-BD8F-48C9-937D-A9096ED43E2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'sql7 3'!$A$2:$A$21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'sql7 3'!$B$2:$B$21</c:f>
              <c:numCache>
                <c:formatCode>General</c:formatCode>
                <c:ptCount val="20"/>
                <c:pt idx="0">
                  <c:v>36</c:v>
                </c:pt>
                <c:pt idx="1">
                  <c:v>22</c:v>
                </c:pt>
                <c:pt idx="2">
                  <c:v>11</c:v>
                </c:pt>
                <c:pt idx="3">
                  <c:v>3</c:v>
                </c:pt>
                <c:pt idx="4">
                  <c:v>26</c:v>
                </c:pt>
                <c:pt idx="5">
                  <c:v>42</c:v>
                </c:pt>
                <c:pt idx="6">
                  <c:v>51</c:v>
                </c:pt>
                <c:pt idx="7">
                  <c:v>34</c:v>
                </c:pt>
                <c:pt idx="8">
                  <c:v>46</c:v>
                </c:pt>
                <c:pt idx="9">
                  <c:v>40</c:v>
                </c:pt>
                <c:pt idx="10">
                  <c:v>25</c:v>
                </c:pt>
                <c:pt idx="11">
                  <c:v>29</c:v>
                </c:pt>
                <c:pt idx="12">
                  <c:v>38</c:v>
                </c:pt>
                <c:pt idx="13">
                  <c:v>58</c:v>
                </c:pt>
                <c:pt idx="14">
                  <c:v>29</c:v>
                </c:pt>
                <c:pt idx="15">
                  <c:v>8</c:v>
                </c:pt>
                <c:pt idx="16">
                  <c:v>8</c:v>
                </c:pt>
                <c:pt idx="17">
                  <c:v>11</c:v>
                </c:pt>
                <c:pt idx="18">
                  <c:v>37</c:v>
                </c:pt>
                <c:pt idx="19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BD8F-48C9-937D-A9096ED43E2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67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03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339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dk1">
                <a:lumMod val="65000"/>
                <a:lumOff val="35000"/>
              </a:schemeClr>
            </a:gs>
            <a:gs pos="100000">
              <a:schemeClr val="dk1">
                <a:lumMod val="75000"/>
                <a:lumOff val="25000"/>
              </a:schemeClr>
            </a:gs>
          </a:gsLst>
          <a:lin ang="10800000" scaled="0"/>
        </a:gradFill>
        <a:round/>
      </a:ln>
      <a:effectLst/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267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39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652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68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662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6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178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729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77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879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434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30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1790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824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843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683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292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1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095F0-C865-4130-8529-5FB44C21C6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2E6EB-72E2-4BDB-84AB-2EA4B3380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424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  <p:sldLayoutId id="2147484041" r:id="rId12"/>
    <p:sldLayoutId id="2147484042" r:id="rId13"/>
    <p:sldLayoutId id="2147484043" r:id="rId14"/>
    <p:sldLayoutId id="2147484044" r:id="rId15"/>
    <p:sldLayoutId id="2147484045" r:id="rId16"/>
    <p:sldLayoutId id="214748404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4899C8-B5B8-2F13-FE05-D5477DAA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1: Data Cleaning &amp; Preparation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353D05-4919-1E80-F47B-467C4A617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Identify and delete duplicate Order _Id records.</a:t>
            </a:r>
          </a:p>
          <a:p>
            <a:pPr marL="0" indent="0">
              <a:buNone/>
            </a:pPr>
            <a:r>
              <a:rPr lang="en-US" sz="1600" dirty="0"/>
              <a:t>use project ;</a:t>
            </a:r>
          </a:p>
          <a:p>
            <a:pPr marL="0" indent="0">
              <a:buNone/>
            </a:pPr>
            <a:r>
              <a:rPr lang="en-US" sz="1600" dirty="0"/>
              <a:t>SELECT Order _ID ,COUNT(*) as Duplicate Count</a:t>
            </a:r>
          </a:p>
          <a:p>
            <a:pPr marL="0" indent="0">
              <a:buNone/>
            </a:pPr>
            <a:r>
              <a:rPr lang="en-US" sz="1600" dirty="0"/>
              <a:t>FROM Orders </a:t>
            </a:r>
          </a:p>
          <a:p>
            <a:pPr marL="0" indent="0">
              <a:buNone/>
            </a:pPr>
            <a:r>
              <a:rPr lang="en-US" sz="1600" dirty="0"/>
              <a:t>GROUP BY Order _ID</a:t>
            </a:r>
          </a:p>
          <a:p>
            <a:pPr marL="0" indent="0">
              <a:buNone/>
            </a:pPr>
            <a:r>
              <a:rPr lang="en-US" sz="1600" dirty="0"/>
              <a:t>HAVING COUNT(*) &gt; 1;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* FROM Orders  WHERE Order _ID IN ( SELECT MIN(order _id)</a:t>
            </a:r>
          </a:p>
          <a:p>
            <a:pPr marL="0" indent="0">
              <a:buNone/>
            </a:pPr>
            <a:r>
              <a:rPr lang="en-US" sz="1600" dirty="0"/>
              <a:t>FROM Orders </a:t>
            </a:r>
          </a:p>
          <a:p>
            <a:pPr marL="0" indent="0">
              <a:buNone/>
            </a:pPr>
            <a:r>
              <a:rPr lang="en-US" sz="1600" dirty="0"/>
              <a:t>GROUP BY Order _id);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52007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C021-C10E-95EF-4C44-55432C1ED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1: Data Cleaning &amp; Preparation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11D95-BB08-DCD7-3998-43D5D77EE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Replace null Traffic _ Delay_ Min with the average delay for that route.</a:t>
            </a:r>
          </a:p>
          <a:p>
            <a:pPr marL="0" indent="0">
              <a:buNone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SQL_SAFE_UPDATES = 0;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Routes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Traffic _Delay _Min = (    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AVG(Traffic _Delay _Min)    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(select * FROM Routes) AS R    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Route _ID = Route _ID     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R. Traffic _Delay _Min IS NOT NULL )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Traffic _Delay _Min IS NULL;</a:t>
            </a:r>
            <a:endParaRPr lang="en-IN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13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0C11-8C87-B1B9-AB54-3F504FED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1: Data Cleaning &amp; Preparation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62500-D18D-E77B-FF9C-B69A92D19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all date columns into YYYY-MM-DD format using SQL functions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Order _ID, </a:t>
            </a:r>
          </a:p>
          <a:p>
            <a:pPr marL="0" indent="0">
              <a:buNone/>
            </a:pPr>
            <a:r>
              <a:rPr lang="en-US" sz="1500" dirty="0"/>
              <a:t>DATE(Order _Date) AS Order _Date _Formatted,</a:t>
            </a:r>
          </a:p>
          <a:p>
            <a:pPr marL="0" indent="0">
              <a:buNone/>
            </a:pPr>
            <a:r>
              <a:rPr lang="en-US" sz="1500" dirty="0"/>
              <a:t>DATE(Expected _Delivery _Date) AS Expected _Delivery _Date _Formatted,</a:t>
            </a:r>
          </a:p>
          <a:p>
            <a:pPr marL="0" indent="0">
              <a:buNone/>
            </a:pPr>
            <a:r>
              <a:rPr lang="en-US" sz="1500" dirty="0"/>
              <a:t>DATE(Actual _Delivery _Date) AS Actual _Delivery_ Date _Formatted,</a:t>
            </a:r>
          </a:p>
          <a:p>
            <a:pPr marL="0" indent="0">
              <a:buNone/>
            </a:pPr>
            <a:r>
              <a:rPr lang="en-US" sz="1500" dirty="0"/>
              <a:t>DATEDIFF(Actual _Delivery _Date, Expected _Delivery _Date) AS Delivery _Delay _Days</a:t>
            </a:r>
          </a:p>
          <a:p>
            <a:pPr marL="0" indent="0">
              <a:buNone/>
            </a:pPr>
            <a:r>
              <a:rPr lang="en-US" sz="1500" dirty="0"/>
              <a:t>FROM Orders;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60789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BF54-FEFD-8F74-7B72-C64B87FA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000" dirty="0"/>
              <a:t>Convert all date columns into YYYY-MM-DD format using SQL functions</a:t>
            </a:r>
            <a:br>
              <a:rPr lang="en-US" dirty="0"/>
            </a:br>
            <a:br>
              <a:rPr lang="en-US" sz="2800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73A158-664A-DF81-FEBD-BC2F465B10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4085031"/>
              </p:ext>
            </p:extLst>
          </p:nvPr>
        </p:nvGraphicFramePr>
        <p:xfrm>
          <a:off x="206477" y="2095499"/>
          <a:ext cx="11749549" cy="4580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0234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52BE-3EC6-EA82-3F17-22CC7E656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1: Data Cleaning &amp; Preparation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46E40-668F-6E08-3578-BDA0B3C01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 that no Actual _Delivery _Date is before Order _Date (flag such records)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500" dirty="0"/>
              <a:t>SELECT*,</a:t>
            </a:r>
          </a:p>
          <a:p>
            <a:pPr marL="0" indent="0">
              <a:buNone/>
            </a:pPr>
            <a:r>
              <a:rPr lang="en-US" sz="1500" dirty="0"/>
              <a:t>CASEWHEN Actual _Delivery _Date &lt; Order _Date THEN 'Flagged: Actual Delivery Before Order Date’</a:t>
            </a:r>
          </a:p>
          <a:p>
            <a:pPr marL="0" indent="0">
              <a:buNone/>
            </a:pPr>
            <a:r>
              <a:rPr lang="en-US" sz="1500" dirty="0"/>
              <a:t>'ELSE 'OK’</a:t>
            </a:r>
          </a:p>
          <a:p>
            <a:pPr marL="0" indent="0">
              <a:buNone/>
            </a:pPr>
            <a:r>
              <a:rPr lang="en-US" sz="1500" dirty="0"/>
              <a:t>END AS Date _Integrity _Check</a:t>
            </a:r>
          </a:p>
          <a:p>
            <a:pPr marL="0" indent="0">
              <a:buNone/>
            </a:pPr>
            <a:r>
              <a:rPr lang="en-US" sz="1500" dirty="0"/>
              <a:t>FROM Orders;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76971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91F9-5E17-7A34-B5E6-6927516A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Ensure that no Actual _Delivery _Date is before Order _Date (flag such records)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81BD11-ADF1-3757-B1BC-60AF5FAF23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93915"/>
              </p:ext>
            </p:extLst>
          </p:nvPr>
        </p:nvGraphicFramePr>
        <p:xfrm>
          <a:off x="235974" y="1514168"/>
          <a:ext cx="11759381" cy="4886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9720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C338-D158-A42F-C7FE-673DAF26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10D01-DDE2-7B7E-D755-8DC07CAFF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delivery delay (in days) for each order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Order _ID, Warehouse _ID, Route _ID,</a:t>
            </a:r>
          </a:p>
          <a:p>
            <a:pPr marL="0" indent="0">
              <a:buNone/>
            </a:pPr>
            <a:r>
              <a:rPr lang="en-US" sz="1500" dirty="0"/>
              <a:t>(Actual _Delivery _Date) - (Expected _Delivery _Date) AS Delivery _Delay _Days, </a:t>
            </a:r>
          </a:p>
          <a:p>
            <a:pPr marL="0" indent="0">
              <a:buNone/>
            </a:pPr>
            <a:r>
              <a:rPr lang="en-US" sz="1500" dirty="0"/>
              <a:t>RANK() OVER (PARTITION BY Warehouse _ID</a:t>
            </a:r>
          </a:p>
          <a:p>
            <a:pPr marL="0" indent="0">
              <a:buNone/>
            </a:pPr>
            <a:r>
              <a:rPr lang="en-US" sz="1500" dirty="0"/>
              <a:t>ORDER BY ((Actual _Delivery _Date) - (Expected _Delivery _Date)) DESC) AS </a:t>
            </a:r>
            <a:r>
              <a:rPr lang="en-US" sz="1500" dirty="0" err="1"/>
              <a:t>Delay_Rank_Within_Warehouse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FROM Orders</a:t>
            </a:r>
          </a:p>
          <a:p>
            <a:pPr marL="0" indent="0">
              <a:buNone/>
            </a:pPr>
            <a:r>
              <a:rPr lang="en-US" sz="1500" dirty="0"/>
              <a:t>ORDER BY Warehouse _ID, Delivery _Delay _Days;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848020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59064-F5F3-7D7E-20D5-628EE60B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Calculate delivery delay (in days) for each order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20171C-512A-9BD3-F214-754A3ABC38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09115"/>
              </p:ext>
            </p:extLst>
          </p:nvPr>
        </p:nvGraphicFramePr>
        <p:xfrm>
          <a:off x="275303" y="1720645"/>
          <a:ext cx="11533239" cy="4916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682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5A2E5-274A-6F45-D207-48396B87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D825A-B445-1A3C-0F06-C130F1839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Top 10 delayed routes based on average delay days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Route _ID,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AVG((Actual _Delivery _Date) - (Expected _Delivery _Date)) AS Avg _Delay _Days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Orders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BY Route _ID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BY Avg _Delay _Days DESC LIMIT 10;</a:t>
            </a:r>
            <a:endParaRPr lang="en-IN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402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A2090-BAC9-6F5F-64EF-8EE8F758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Find Top 10 delayed routes based on average delay days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DD4FB9-02E0-20D4-F94A-45317F202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1231730"/>
              </p:ext>
            </p:extLst>
          </p:nvPr>
        </p:nvGraphicFramePr>
        <p:xfrm>
          <a:off x="3145717" y="1935921"/>
          <a:ext cx="2812631" cy="261545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91745">
                  <a:extLst>
                    <a:ext uri="{9D8B030D-6E8A-4147-A177-3AD203B41FA5}">
                      <a16:colId xmlns:a16="http://schemas.microsoft.com/office/drawing/2014/main" val="3336775081"/>
                    </a:ext>
                  </a:extLst>
                </a:gridCol>
                <a:gridCol w="1720886">
                  <a:extLst>
                    <a:ext uri="{9D8B030D-6E8A-4147-A177-3AD203B41FA5}">
                      <a16:colId xmlns:a16="http://schemas.microsoft.com/office/drawing/2014/main" val="2631600773"/>
                    </a:ext>
                  </a:extLst>
                </a:gridCol>
              </a:tblGrid>
              <a:tr h="1653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Avg_Delay_Days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52488784"/>
                  </a:ext>
                </a:extLst>
              </a:tr>
              <a:tr h="244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6637078"/>
                  </a:ext>
                </a:extLst>
              </a:tr>
              <a:tr h="244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6783221"/>
                  </a:ext>
                </a:extLst>
              </a:tr>
              <a:tr h="244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36851410"/>
                  </a:ext>
                </a:extLst>
              </a:tr>
              <a:tr h="244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63494671"/>
                  </a:ext>
                </a:extLst>
              </a:tr>
              <a:tr h="244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2018951"/>
                  </a:ext>
                </a:extLst>
              </a:tr>
              <a:tr h="244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81755501"/>
                  </a:ext>
                </a:extLst>
              </a:tr>
              <a:tr h="244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6320656"/>
                  </a:ext>
                </a:extLst>
              </a:tr>
              <a:tr h="244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70556155"/>
                  </a:ext>
                </a:extLst>
              </a:tr>
              <a:tr h="244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10834912"/>
                  </a:ext>
                </a:extLst>
              </a:tr>
              <a:tr h="244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5064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013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C198D-754C-595F-600D-32CD90FCA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063B4-B150-6D25-DDB4-A6B80E97C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window functions to rank all orders by delay within each warehouse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Warehouse _ID, Order _ID,</a:t>
            </a:r>
          </a:p>
          <a:p>
            <a:pPr marL="0" indent="0">
              <a:buNone/>
            </a:pPr>
            <a:r>
              <a:rPr lang="en-US" sz="1500" dirty="0"/>
              <a:t>DATEDIFF(Actual _Delivery _Date, Order _Date) AS Delivery _Delay _Days,</a:t>
            </a:r>
          </a:p>
          <a:p>
            <a:pPr marL="0" indent="0">
              <a:buNone/>
            </a:pPr>
            <a:r>
              <a:rPr lang="en-US" sz="1500" dirty="0"/>
              <a:t>RANK() OVER (PARTITION BY Warehouse _ID </a:t>
            </a:r>
          </a:p>
          <a:p>
            <a:pPr marL="0" indent="0">
              <a:buNone/>
            </a:pPr>
            <a:r>
              <a:rPr lang="en-US" sz="1500" dirty="0"/>
              <a:t>ORDER BY DATEDIFF(Actual _Delivery _Date, Order _Date) DESC) AS Delay _Rank</a:t>
            </a:r>
          </a:p>
          <a:p>
            <a:pPr marL="0" indent="0">
              <a:buNone/>
            </a:pPr>
            <a:r>
              <a:rPr lang="en-US" sz="1500" dirty="0"/>
              <a:t>FROM orders;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586144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178E-9DE8-1132-7231-66419A40F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Use window functions to rank all orders by delay within each warehouse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B6AF4B-7A20-BDAE-84C3-5AAE809B7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101290"/>
              </p:ext>
            </p:extLst>
          </p:nvPr>
        </p:nvGraphicFramePr>
        <p:xfrm>
          <a:off x="914400" y="2095499"/>
          <a:ext cx="10353675" cy="4285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01492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998D-3361-EE4C-8C8F-EF179005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0FFD-1F29-3A7D-D9D2-F7E4B0595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route, calculate: Average delivery time (in days).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Route _ID,</a:t>
            </a:r>
          </a:p>
          <a:p>
            <a:pPr marL="0" indent="0">
              <a:buNone/>
            </a:pPr>
            <a:r>
              <a:rPr lang="en-US" sz="1500" dirty="0"/>
              <a:t>AVG((Actual _Delivery _Date) - (Order _Date)) AS Avg _Total _Delivery _Days</a:t>
            </a:r>
          </a:p>
          <a:p>
            <a:pPr marL="0" indent="0">
              <a:buNone/>
            </a:pPr>
            <a:r>
              <a:rPr lang="en-US" sz="1500" dirty="0"/>
              <a:t>FROM Orders</a:t>
            </a:r>
          </a:p>
          <a:p>
            <a:pPr marL="0" indent="0">
              <a:buNone/>
            </a:pPr>
            <a:r>
              <a:rPr lang="en-US" sz="1500" dirty="0"/>
              <a:t>GROUP BY Route _ID;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4163956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5367-9855-18BD-32E8-EA57CCFA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For each route, calculate: Average delivery time (in days).</a:t>
            </a:r>
            <a:br>
              <a:rPr lang="en-US" dirty="0"/>
            </a:br>
            <a:br>
              <a:rPr lang="en-US" sz="2800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B64365-DF29-C965-B3AB-36B8E21E51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718895"/>
              </p:ext>
            </p:extLst>
          </p:nvPr>
        </p:nvGraphicFramePr>
        <p:xfrm>
          <a:off x="4168877" y="2113935"/>
          <a:ext cx="4906297" cy="383615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99853">
                  <a:extLst>
                    <a:ext uri="{9D8B030D-6E8A-4147-A177-3AD203B41FA5}">
                      <a16:colId xmlns:a16="http://schemas.microsoft.com/office/drawing/2014/main" val="4171338088"/>
                    </a:ext>
                  </a:extLst>
                </a:gridCol>
                <a:gridCol w="3406444">
                  <a:extLst>
                    <a:ext uri="{9D8B030D-6E8A-4147-A177-3AD203B41FA5}">
                      <a16:colId xmlns:a16="http://schemas.microsoft.com/office/drawing/2014/main" val="4282618276"/>
                    </a:ext>
                  </a:extLst>
                </a:gridCol>
              </a:tblGrid>
              <a:tr h="3350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Avg_Total_Delivery_Days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766402647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908186452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468267007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030644287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916789719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650621062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809351771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26019887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R011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977412834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941026061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050455953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04667809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320396910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977002729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142342590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007978099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951641959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013560234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981558919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66161686"/>
                  </a:ext>
                </a:extLst>
              </a:tr>
              <a:tr h="17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098291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94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8A0B-579A-22C8-EB70-BD94349D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C8A04-A1FA-2C51-1C10-5E1DEF4C4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each route, calculate: Average traffic delay.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Route _ID,</a:t>
            </a:r>
          </a:p>
          <a:p>
            <a:pPr marL="0" indent="0">
              <a:buNone/>
            </a:pPr>
            <a:r>
              <a:rPr lang="en-US" sz="1500" dirty="0"/>
              <a:t>Traffic _Delay _Min AS Average _Traffic _Delay _Min</a:t>
            </a:r>
          </a:p>
          <a:p>
            <a:pPr marL="0" indent="0">
              <a:buNone/>
            </a:pPr>
            <a:r>
              <a:rPr lang="en-US" sz="1500" dirty="0"/>
              <a:t>FROM Routes</a:t>
            </a:r>
          </a:p>
          <a:p>
            <a:pPr marL="0" indent="0">
              <a:buNone/>
            </a:pPr>
            <a:r>
              <a:rPr lang="en-US" sz="1500" dirty="0"/>
              <a:t>ORDER BY Average _Traffic _Delay _Min ASC;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485480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C0EE-70CB-8AB1-90D1-27569008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For each route, calculate: Average traffic delay.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016680-FFFE-6CFF-5FF7-6D191ECEA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894483"/>
              </p:ext>
            </p:extLst>
          </p:nvPr>
        </p:nvGraphicFramePr>
        <p:xfrm>
          <a:off x="8774426" y="2183988"/>
          <a:ext cx="2493130" cy="3862333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721052">
                  <a:extLst>
                    <a:ext uri="{9D8B030D-6E8A-4147-A177-3AD203B41FA5}">
                      <a16:colId xmlns:a16="http://schemas.microsoft.com/office/drawing/2014/main" val="3440149136"/>
                    </a:ext>
                  </a:extLst>
                </a:gridCol>
                <a:gridCol w="1772078">
                  <a:extLst>
                    <a:ext uri="{9D8B030D-6E8A-4147-A177-3AD203B41FA5}">
                      <a16:colId xmlns:a16="http://schemas.microsoft.com/office/drawing/2014/main" val="85770279"/>
                    </a:ext>
                  </a:extLst>
                </a:gridCol>
              </a:tblGrid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Average_Traffic_Delay_Min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13669287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11590301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541030939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98760412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83533083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817831069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103985072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107534815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288588397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06579433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28206831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96399481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969199990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094282618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4087685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192483167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41075876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54197072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22359158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06835165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079435369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B3ABE51-F54B-EE1F-CF59-36BCF40C9E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811982"/>
              </p:ext>
            </p:extLst>
          </p:nvPr>
        </p:nvGraphicFramePr>
        <p:xfrm>
          <a:off x="913795" y="2057400"/>
          <a:ext cx="733547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18098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88129-63BD-1029-E592-DD799A79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8B941-EAA5-9E4B-2FBB-303AC4AA3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dirty="0"/>
              <a:t>For each route, calculate:</a:t>
            </a:r>
            <a:r>
              <a:rPr lang="en-US" sz="1600" dirty="0"/>
              <a:t>Distance-to-time efficiency ratio: Distance _KM / Average _Travel _Time _Min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Route _ID,</a:t>
            </a:r>
          </a:p>
          <a:p>
            <a:pPr marL="0" indent="0">
              <a:buNone/>
            </a:pPr>
            <a:r>
              <a:rPr lang="en-US" sz="1500" dirty="0"/>
              <a:t>(Distance _km )/average _travel _time _min AS Efficiency _Ratio</a:t>
            </a:r>
          </a:p>
          <a:p>
            <a:pPr marL="0" indent="0">
              <a:buNone/>
            </a:pPr>
            <a:r>
              <a:rPr lang="en-US" sz="1500" dirty="0"/>
              <a:t>FROM Routes </a:t>
            </a:r>
          </a:p>
          <a:p>
            <a:pPr marL="0" indent="0">
              <a:buNone/>
            </a:pPr>
            <a:r>
              <a:rPr lang="en-US" sz="1500" dirty="0"/>
              <a:t>ORDER BY Efficiency _Ratio DESC;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757587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E8518-36BA-6DEB-FFAC-9A5BDEF13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1600" dirty="0"/>
              <a:t>For each route, calculate:</a:t>
            </a:r>
            <a:r>
              <a:rPr lang="en-US" sz="1600" dirty="0"/>
              <a:t>Distance-to-time efficiency ratio: Distance _KM / Average _Travel _Time _Min</a:t>
            </a:r>
            <a:br>
              <a:rPr lang="en-US" sz="3600" dirty="0"/>
            </a:br>
            <a:br>
              <a:rPr lang="en-US" sz="3600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2B7BAF-1FFF-8424-54CB-3B85E53402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172036"/>
              </p:ext>
            </p:extLst>
          </p:nvPr>
        </p:nvGraphicFramePr>
        <p:xfrm>
          <a:off x="8298427" y="2115162"/>
          <a:ext cx="2969130" cy="36957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67858">
                  <a:extLst>
                    <a:ext uri="{9D8B030D-6E8A-4147-A177-3AD203B41FA5}">
                      <a16:colId xmlns:a16="http://schemas.microsoft.com/office/drawing/2014/main" val="2014407026"/>
                    </a:ext>
                  </a:extLst>
                </a:gridCol>
                <a:gridCol w="1801272">
                  <a:extLst>
                    <a:ext uri="{9D8B030D-6E8A-4147-A177-3AD203B41FA5}">
                      <a16:colId xmlns:a16="http://schemas.microsoft.com/office/drawing/2014/main" val="1550442837"/>
                    </a:ext>
                  </a:extLst>
                </a:gridCol>
              </a:tblGrid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Efficiency_Ratio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647275090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4.278125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7813817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3.769387755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030754632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2.278181818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82289379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2.156179775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792579480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0.955617978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707715117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0.9325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04309219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0.903636364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21527548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0.668604651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577341860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0.613679245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1113069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0.604784689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832585560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0.581578947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67686252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0.550292398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00487461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0.536603774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307836090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0.37382199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302941810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76112085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0.300869565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65026861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0.282509506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156934489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0.24372093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200287567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0.160655738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716687718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0.151204819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312329717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0C39E6A-3001-74E0-4BE2-69EE270D1E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5841080"/>
              </p:ext>
            </p:extLst>
          </p:nvPr>
        </p:nvGraphicFramePr>
        <p:xfrm>
          <a:off x="688258" y="2178879"/>
          <a:ext cx="7020232" cy="4251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0287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DC07-C633-198F-4786-04678C52A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5AB76-3718-FB1C-BBC8-6D472F5DC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3 routes with the worst efficiency ratio.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Route _ID,</a:t>
            </a:r>
          </a:p>
          <a:p>
            <a:pPr marL="0" indent="0">
              <a:buNone/>
            </a:pPr>
            <a:r>
              <a:rPr lang="en-US" sz="1500" dirty="0"/>
              <a:t>(Distance _km )/average _travel _time _min AS Efficiency _Ratio</a:t>
            </a:r>
          </a:p>
          <a:p>
            <a:pPr marL="0" indent="0">
              <a:buNone/>
            </a:pPr>
            <a:r>
              <a:rPr lang="en-US" sz="1500" dirty="0"/>
              <a:t>FROM Routes </a:t>
            </a:r>
          </a:p>
          <a:p>
            <a:pPr marL="0" indent="0">
              <a:buNone/>
            </a:pPr>
            <a:r>
              <a:rPr lang="en-US" sz="1500" dirty="0"/>
              <a:t>ORDER BY Efficiency _Ratio DESC LIMIT 3;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4991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9492-2CD2-E81E-8B84-598E5525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Identify 3 routes with the worst efficiency ratio</a:t>
            </a:r>
            <a:endParaRPr lang="en-IN" sz="1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E7E43B-4B54-101B-1ADF-762ABA4173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071098"/>
              </p:ext>
            </p:extLst>
          </p:nvPr>
        </p:nvGraphicFramePr>
        <p:xfrm>
          <a:off x="8681884" y="2250236"/>
          <a:ext cx="2585672" cy="215461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017031">
                  <a:extLst>
                    <a:ext uri="{9D8B030D-6E8A-4147-A177-3AD203B41FA5}">
                      <a16:colId xmlns:a16="http://schemas.microsoft.com/office/drawing/2014/main" val="3864757847"/>
                    </a:ext>
                  </a:extLst>
                </a:gridCol>
                <a:gridCol w="1568641">
                  <a:extLst>
                    <a:ext uri="{9D8B030D-6E8A-4147-A177-3AD203B41FA5}">
                      <a16:colId xmlns:a16="http://schemas.microsoft.com/office/drawing/2014/main" val="3506136102"/>
                    </a:ext>
                  </a:extLst>
                </a:gridCol>
              </a:tblGrid>
              <a:tr h="5386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Route_ID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Efficiency_Ratio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86847970"/>
                  </a:ext>
                </a:extLst>
              </a:tr>
              <a:tr h="5386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4.278125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5015477"/>
                  </a:ext>
                </a:extLst>
              </a:tr>
              <a:tr h="5386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3.769387755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7267823"/>
                  </a:ext>
                </a:extLst>
              </a:tr>
              <a:tr h="5386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2.278181818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5313142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546EAA1-D6D4-9FE4-9191-5D824E2809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7027878"/>
              </p:ext>
            </p:extLst>
          </p:nvPr>
        </p:nvGraphicFramePr>
        <p:xfrm>
          <a:off x="1027470" y="2057399"/>
          <a:ext cx="6228735" cy="3625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3294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F721E-2E1E-29CA-D72D-A71BB48F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3D6B5-53B1-D7B3-0CBC-B5FEC66FF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routes with &gt;20% delayed shipments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Route _ID,</a:t>
            </a:r>
          </a:p>
          <a:p>
            <a:pPr marL="0" indent="0">
              <a:buNone/>
            </a:pPr>
            <a:r>
              <a:rPr lang="en-US" sz="1500" dirty="0"/>
              <a:t>(CAST(SUM(CASE WHEN Delivery _Status = 'Delayed' THEN 1 ELSE 0 END) AS REAL) * 100.0 / COUNT(*)) AS Delayed _Shipment _Percentage</a:t>
            </a:r>
          </a:p>
          <a:p>
            <a:pPr marL="0" indent="0">
              <a:buNone/>
            </a:pPr>
            <a:r>
              <a:rPr lang="en-US" sz="1500" dirty="0"/>
              <a:t>FROM Orders</a:t>
            </a:r>
          </a:p>
          <a:p>
            <a:pPr marL="0" indent="0">
              <a:buNone/>
            </a:pPr>
            <a:r>
              <a:rPr lang="en-US" sz="1500" dirty="0"/>
              <a:t>GROUP BY Route _ID</a:t>
            </a:r>
          </a:p>
          <a:p>
            <a:pPr marL="0" indent="0">
              <a:buNone/>
            </a:pPr>
            <a:r>
              <a:rPr lang="en-US" sz="1500" dirty="0"/>
              <a:t>HAVING Delayed _Shipment _Percentage &gt; 20.0ORDER BY Delayed _Shipment _Percentage ASC;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730206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B86C-5B23-4415-995E-A3D01A3D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Find routes with &gt;20% delayed shipments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C03A93-AC7C-9B50-561C-863DC1BF9D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935369"/>
              </p:ext>
            </p:extLst>
          </p:nvPr>
        </p:nvGraphicFramePr>
        <p:xfrm>
          <a:off x="1002891" y="2134826"/>
          <a:ext cx="3136490" cy="3695706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855340">
                  <a:extLst>
                    <a:ext uri="{9D8B030D-6E8A-4147-A177-3AD203B41FA5}">
                      <a16:colId xmlns:a16="http://schemas.microsoft.com/office/drawing/2014/main" val="1943899143"/>
                    </a:ext>
                  </a:extLst>
                </a:gridCol>
                <a:gridCol w="2281150">
                  <a:extLst>
                    <a:ext uri="{9D8B030D-6E8A-4147-A177-3AD203B41FA5}">
                      <a16:colId xmlns:a16="http://schemas.microsoft.com/office/drawing/2014/main" val="2240256656"/>
                    </a:ext>
                  </a:extLst>
                </a:gridCol>
              </a:tblGrid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Route_ID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Delayed_Shipment_Percentage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61964968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162490750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30.76923077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32363110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31.25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34348731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31.81818182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86525964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36.36363636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73140863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37.5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360204897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38.46153846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279067002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31455158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055729679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9972799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43.75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73886427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631793857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729507848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46.66666667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82979768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238072582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11687377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52.94117647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26114054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57.14285714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44754658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66.66666667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64495637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70.58823529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648030947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D4A429B-7808-2493-3ED8-C860495D43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4267510"/>
              </p:ext>
            </p:extLst>
          </p:nvPr>
        </p:nvGraphicFramePr>
        <p:xfrm>
          <a:off x="4277032" y="2134826"/>
          <a:ext cx="7315200" cy="403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4166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196B-70C1-7239-AD9F-67322711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Route Optimization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947A-EA29-5FC2-2F15-CB34AD287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Recommend potential routes for optimization.</a:t>
            </a:r>
          </a:p>
          <a:p>
            <a:pPr marL="0" indent="0">
              <a:buNone/>
            </a:pPr>
            <a:r>
              <a:rPr lang="en-IN" sz="1300" dirty="0"/>
              <a:t>SELECT o. Route _ID,</a:t>
            </a:r>
          </a:p>
          <a:p>
            <a:pPr marL="0" indent="0">
              <a:buNone/>
            </a:pPr>
            <a:r>
              <a:rPr lang="en-IN" sz="1300" dirty="0"/>
              <a:t>(SUM(CASE WHEN o. Delivery _Status = 'Delayed' THEN 1 ELSE 0 END) * 100.0 / COUNT(*)) AS Delayed _Shipment _Percentage,</a:t>
            </a:r>
          </a:p>
          <a:p>
            <a:pPr marL="0" indent="0">
              <a:buNone/>
            </a:pPr>
            <a:r>
              <a:rPr lang="en-IN" sz="1300" dirty="0"/>
              <a:t>(r. Distance _KM * 1.0 / r .Average _Travel _Time _Min) AS Efficiency _Ratio, r. Traffic _Delay _Min</a:t>
            </a:r>
          </a:p>
          <a:p>
            <a:pPr marL="0" indent="0">
              <a:buNone/>
            </a:pPr>
            <a:r>
              <a:rPr lang="en-IN" sz="1300" dirty="0"/>
              <a:t>FROM Orders o</a:t>
            </a:r>
          </a:p>
          <a:p>
            <a:pPr marL="0" indent="0">
              <a:buNone/>
            </a:pPr>
            <a:r>
              <a:rPr lang="en-IN" sz="1300" dirty="0"/>
              <a:t>JOIN Routes r ON o. Route _ID = r. Route _ID</a:t>
            </a:r>
          </a:p>
          <a:p>
            <a:pPr marL="0" indent="0">
              <a:buNone/>
            </a:pPr>
            <a:r>
              <a:rPr lang="en-IN" sz="1300" dirty="0"/>
              <a:t>GROUP BY o. Route _ID, r. Distance _KM, r. Average _Travel _Time _Min, r. Traffic _Delay _Min</a:t>
            </a:r>
          </a:p>
          <a:p>
            <a:pPr marL="0" indent="0">
              <a:buNone/>
            </a:pPr>
            <a:r>
              <a:rPr lang="en-IN" sz="1300" dirty="0"/>
              <a:t>HAVING (SUM(CASE WHEN o. Delivery _Status = 'Delayed' THEN 1 ELSE 0 END) * 100.0 / COUNT(*)) &gt; 20</a:t>
            </a:r>
          </a:p>
          <a:p>
            <a:pPr marL="0" indent="0">
              <a:buNone/>
            </a:pPr>
            <a:r>
              <a:rPr lang="en-IN" sz="1300" dirty="0"/>
              <a:t>ORDER BY Delayed _Shipment _Percentage DESC, </a:t>
            </a:r>
          </a:p>
          <a:p>
            <a:pPr marL="0" indent="0">
              <a:buNone/>
            </a:pPr>
            <a:r>
              <a:rPr lang="en-IN" sz="1300" dirty="0"/>
              <a:t>Efficiency _Ratio ASC;</a:t>
            </a:r>
          </a:p>
        </p:txBody>
      </p:sp>
    </p:spTree>
    <p:extLst>
      <p:ext uri="{BB962C8B-B14F-4D97-AF65-F5344CB8AC3E}">
        <p14:creationId xmlns:p14="http://schemas.microsoft.com/office/powerpoint/2010/main" val="668244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049C-F2FF-8DCA-8CAF-EA894E547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Recommend potential routes for optimization.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4B22AC-599A-3180-5BE8-DF6E39494F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991576"/>
              </p:ext>
            </p:extLst>
          </p:nvPr>
        </p:nvGraphicFramePr>
        <p:xfrm>
          <a:off x="6910521" y="2154490"/>
          <a:ext cx="5047368" cy="38623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1053">
                  <a:extLst>
                    <a:ext uri="{9D8B030D-6E8A-4147-A177-3AD203B41FA5}">
                      <a16:colId xmlns:a16="http://schemas.microsoft.com/office/drawing/2014/main" val="3138882705"/>
                    </a:ext>
                  </a:extLst>
                </a:gridCol>
                <a:gridCol w="1979839">
                  <a:extLst>
                    <a:ext uri="{9D8B030D-6E8A-4147-A177-3AD203B41FA5}">
                      <a16:colId xmlns:a16="http://schemas.microsoft.com/office/drawing/2014/main" val="339071905"/>
                    </a:ext>
                  </a:extLst>
                </a:gridCol>
                <a:gridCol w="1112132">
                  <a:extLst>
                    <a:ext uri="{9D8B030D-6E8A-4147-A177-3AD203B41FA5}">
                      <a16:colId xmlns:a16="http://schemas.microsoft.com/office/drawing/2014/main" val="971714498"/>
                    </a:ext>
                  </a:extLst>
                </a:gridCol>
                <a:gridCol w="1234344">
                  <a:extLst>
                    <a:ext uri="{9D8B030D-6E8A-4147-A177-3AD203B41FA5}">
                      <a16:colId xmlns:a16="http://schemas.microsoft.com/office/drawing/2014/main" val="4188616137"/>
                    </a:ext>
                  </a:extLst>
                </a:gridCol>
              </a:tblGrid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Delayed_Shipment_Percentage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Efficiency_Ratio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Traffic_Delay_Min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53044356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70.58824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0.550292398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990685997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66.66667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0.903636364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51366657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57.14286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50763752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52.94118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0.9325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531714069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0.300869565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664435012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4.278125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09190238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46.66667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0.37382199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97411098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0.668604651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38026972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0.955617978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97983599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43.75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0.282509506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33281002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0.536603774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17145720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0.581578947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783036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0.613679245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626644869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38.46154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2.278181818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45660336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0.604784689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555225289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36.36364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0.160655738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01035767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31.81818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2.156179775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938957927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31.25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0.24372093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23381002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30.76923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3.769387755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557255405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0.151204819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08598642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5B6572F-0C39-076E-30AA-8B8A57103B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000711"/>
              </p:ext>
            </p:extLst>
          </p:nvPr>
        </p:nvGraphicFramePr>
        <p:xfrm>
          <a:off x="98324" y="1935921"/>
          <a:ext cx="6538450" cy="4612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1896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1F41B-77FA-0872-7D38-A6DF7EA41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D931D-46A2-AD81-2643-AB7C3C899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056735"/>
            <a:ext cx="10353762" cy="3695136"/>
          </a:xfrm>
        </p:spPr>
        <p:txBody>
          <a:bodyPr/>
          <a:lstStyle/>
          <a:p>
            <a:r>
              <a:rPr lang="en-US" dirty="0"/>
              <a:t>Find the top 3 warehouses with the highest average processing time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warehouse _id,</a:t>
            </a:r>
          </a:p>
          <a:p>
            <a:pPr marL="0" indent="0">
              <a:buNone/>
            </a:pPr>
            <a:r>
              <a:rPr lang="en-US" sz="1500" dirty="0"/>
              <a:t>AVG(processing _time _min) AS Avg _processing _time</a:t>
            </a:r>
          </a:p>
          <a:p>
            <a:pPr marL="0" indent="0">
              <a:buNone/>
            </a:pPr>
            <a:r>
              <a:rPr lang="en-US" sz="1500" dirty="0"/>
              <a:t>FROM warehouses</a:t>
            </a:r>
          </a:p>
          <a:p>
            <a:pPr marL="0" indent="0">
              <a:buNone/>
            </a:pPr>
            <a:r>
              <a:rPr lang="en-US" sz="1500" dirty="0"/>
              <a:t>GROUP BY warehouse _id</a:t>
            </a:r>
          </a:p>
          <a:p>
            <a:pPr marL="0" indent="0">
              <a:buNone/>
            </a:pPr>
            <a:r>
              <a:rPr lang="en-US" sz="1500" dirty="0"/>
              <a:t>ORDER BY Avg _processing _time DESCLIMIT 3;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906062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B442-6D7B-246E-3DE1-61F8D387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Find the top 3 warehouses with the highest average processing time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03B99F-9F65-DEFE-0212-ACFC0EEA06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0645716"/>
              </p:ext>
            </p:extLst>
          </p:nvPr>
        </p:nvGraphicFramePr>
        <p:xfrm>
          <a:off x="7570173" y="2231921"/>
          <a:ext cx="2517724" cy="207460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50569548"/>
                    </a:ext>
                  </a:extLst>
                </a:gridCol>
                <a:gridCol w="1489024">
                  <a:extLst>
                    <a:ext uri="{9D8B030D-6E8A-4147-A177-3AD203B41FA5}">
                      <a16:colId xmlns:a16="http://schemas.microsoft.com/office/drawing/2014/main" val="1285831703"/>
                    </a:ext>
                  </a:extLst>
                </a:gridCol>
              </a:tblGrid>
              <a:tr h="518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warehouse_id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Avg_processing_time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040539"/>
                  </a:ext>
                </a:extLst>
              </a:tr>
              <a:tr h="518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W010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50139429"/>
                  </a:ext>
                </a:extLst>
              </a:tr>
              <a:tr h="518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3861211"/>
                  </a:ext>
                </a:extLst>
              </a:tr>
              <a:tr h="518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166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6700944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511296C-14EA-E1BF-3745-8D64260D74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7742578"/>
              </p:ext>
            </p:extLst>
          </p:nvPr>
        </p:nvGraphicFramePr>
        <p:xfrm>
          <a:off x="1037969" y="2057400"/>
          <a:ext cx="5333333" cy="4284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62498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EE70-DB28-C8AF-78E7-882264B5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B85F-A77D-4EAF-D735-3F50DF66F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Calculate total vs. delayed shipments for each warehouse.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Warehouse _ID,</a:t>
            </a:r>
          </a:p>
          <a:p>
            <a:pPr marL="0" indent="0">
              <a:buNone/>
            </a:pPr>
            <a:r>
              <a:rPr lang="en-US" sz="1500" dirty="0"/>
              <a:t>COUNT(Order _ID) AS Total _Shipments, </a:t>
            </a:r>
          </a:p>
          <a:p>
            <a:pPr marL="0" indent="0">
              <a:buNone/>
            </a:pPr>
            <a:r>
              <a:rPr lang="en-US" sz="1500" dirty="0"/>
              <a:t>SUM(CASE WHEN Delivery _Status = 'Delayed' THEN 1 ELSE 0 END) AS Delayed _Shipments</a:t>
            </a:r>
          </a:p>
          <a:p>
            <a:pPr marL="0" indent="0">
              <a:buNone/>
            </a:pPr>
            <a:r>
              <a:rPr lang="en-US" sz="1500" dirty="0"/>
              <a:t>FROM Orders AS o</a:t>
            </a:r>
          </a:p>
          <a:p>
            <a:pPr marL="0" indent="0">
              <a:buNone/>
            </a:pPr>
            <a:r>
              <a:rPr lang="en-US" sz="1500" dirty="0"/>
              <a:t>GROUP BY o. Warehouse _ID</a:t>
            </a:r>
          </a:p>
          <a:p>
            <a:pPr marL="0" indent="0">
              <a:buNone/>
            </a:pPr>
            <a:r>
              <a:rPr lang="en-US" sz="1500" dirty="0"/>
              <a:t>ORDER BY Delayed _Shipments DESC;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596980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4C708-5B31-DAD2-23DA-CDDE0818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Calculate total vs. delayed shipments for each warehouse.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9FEE0E-2990-7C4A-4170-2B43B6128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899921"/>
              </p:ext>
            </p:extLst>
          </p:nvPr>
        </p:nvGraphicFramePr>
        <p:xfrm>
          <a:off x="1209368" y="1417320"/>
          <a:ext cx="3446095" cy="42067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96315">
                  <a:extLst>
                    <a:ext uri="{9D8B030D-6E8A-4147-A177-3AD203B41FA5}">
                      <a16:colId xmlns:a16="http://schemas.microsoft.com/office/drawing/2014/main" val="1216212386"/>
                    </a:ext>
                  </a:extLst>
                </a:gridCol>
                <a:gridCol w="1134381">
                  <a:extLst>
                    <a:ext uri="{9D8B030D-6E8A-4147-A177-3AD203B41FA5}">
                      <a16:colId xmlns:a16="http://schemas.microsoft.com/office/drawing/2014/main" val="406947740"/>
                    </a:ext>
                  </a:extLst>
                </a:gridCol>
                <a:gridCol w="1315399">
                  <a:extLst>
                    <a:ext uri="{9D8B030D-6E8A-4147-A177-3AD203B41FA5}">
                      <a16:colId xmlns:a16="http://schemas.microsoft.com/office/drawing/2014/main" val="4031838173"/>
                    </a:ext>
                  </a:extLst>
                </a:gridCol>
              </a:tblGrid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Total_Shipments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Delayed_Shipments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4252908"/>
                  </a:ext>
                </a:extLst>
              </a:tr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03899681"/>
                  </a:ext>
                </a:extLst>
              </a:tr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5143044"/>
                  </a:ext>
                </a:extLst>
              </a:tr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14113839"/>
                  </a:ext>
                </a:extLst>
              </a:tr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0367146"/>
                  </a:ext>
                </a:extLst>
              </a:tr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50383059"/>
                  </a:ext>
                </a:extLst>
              </a:tr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8908067"/>
                  </a:ext>
                </a:extLst>
              </a:tr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8644766"/>
                  </a:ext>
                </a:extLst>
              </a:tr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970254"/>
                  </a:ext>
                </a:extLst>
              </a:tr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7712928"/>
                  </a:ext>
                </a:extLst>
              </a:tr>
              <a:tr h="3824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7759459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3FDEBB2-2A3B-2613-D73F-BDFB85ECF3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8740303"/>
              </p:ext>
            </p:extLst>
          </p:nvPr>
        </p:nvGraphicFramePr>
        <p:xfrm>
          <a:off x="4951036" y="1417320"/>
          <a:ext cx="6646659" cy="4128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2492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1E2EE-7F73-6619-DBDD-91123910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CF872-EBB2-B308-AAC1-EAB59F54E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 CTEs to find bottleneck warehouses where processing time &gt; global average.</a:t>
            </a:r>
          </a:p>
          <a:p>
            <a:pPr marL="0" indent="0">
              <a:buNone/>
            </a:pPr>
            <a:endParaRPr lang="en-IN" sz="1300" dirty="0"/>
          </a:p>
          <a:p>
            <a:pPr marL="0" indent="0">
              <a:buNone/>
            </a:pPr>
            <a:r>
              <a:rPr lang="en-IN" sz="1300" dirty="0"/>
              <a:t>WITH Global _ </a:t>
            </a:r>
            <a:r>
              <a:rPr lang="en-IN" sz="1300" dirty="0" err="1"/>
              <a:t>Avg</a:t>
            </a:r>
            <a:r>
              <a:rPr lang="en-IN" sz="1300" dirty="0"/>
              <a:t> AS (</a:t>
            </a:r>
          </a:p>
          <a:p>
            <a:pPr marL="0" indent="0">
              <a:buNone/>
            </a:pPr>
            <a:r>
              <a:rPr lang="en-IN" sz="1300" dirty="0"/>
              <a:t>SELECT AVG(Processing _Time _Min) AS Global _ </a:t>
            </a:r>
            <a:r>
              <a:rPr lang="en-IN" sz="1300" dirty="0" err="1"/>
              <a:t>Avg</a:t>
            </a:r>
            <a:r>
              <a:rPr lang="en-IN" sz="1300" dirty="0"/>
              <a:t>  _Time</a:t>
            </a:r>
          </a:p>
          <a:p>
            <a:pPr marL="0" indent="0">
              <a:buNone/>
            </a:pPr>
            <a:r>
              <a:rPr lang="en-IN" sz="1300" dirty="0"/>
              <a:t>FROM Warehouses)</a:t>
            </a:r>
          </a:p>
          <a:p>
            <a:pPr marL="0" indent="0">
              <a:buNone/>
            </a:pPr>
            <a:r>
              <a:rPr lang="en-IN" sz="1300" dirty="0"/>
              <a:t>SELECTw.Warehouse_ID,w.Location,w.Processing_Time_Min,ga.Global_Avg_Time</a:t>
            </a:r>
          </a:p>
          <a:p>
            <a:pPr marL="0" indent="0">
              <a:buNone/>
            </a:pPr>
            <a:r>
              <a:rPr lang="en-IN" sz="1300" dirty="0"/>
              <a:t>FROM Warehouses AS w</a:t>
            </a:r>
          </a:p>
          <a:p>
            <a:pPr marL="0" indent="0">
              <a:buNone/>
            </a:pPr>
            <a:r>
              <a:rPr lang="en-IN" sz="1300" dirty="0"/>
              <a:t>CROSS JOIN Global _</a:t>
            </a:r>
            <a:r>
              <a:rPr lang="en-IN" sz="1300" dirty="0" err="1"/>
              <a:t>Avg</a:t>
            </a:r>
            <a:r>
              <a:rPr lang="en-IN" sz="1300" dirty="0"/>
              <a:t>  AS ga</a:t>
            </a:r>
          </a:p>
          <a:p>
            <a:pPr marL="0" indent="0">
              <a:buNone/>
            </a:pPr>
            <a:r>
              <a:rPr lang="en-IN" sz="1300" dirty="0"/>
              <a:t>WHERE w. Processing _Time _Min &gt; ga .Global _ </a:t>
            </a:r>
            <a:r>
              <a:rPr lang="en-IN" sz="1300" dirty="0" err="1"/>
              <a:t>Avg</a:t>
            </a:r>
            <a:r>
              <a:rPr lang="en-IN" sz="1300" dirty="0"/>
              <a:t>  _Time</a:t>
            </a:r>
          </a:p>
          <a:p>
            <a:pPr marL="0" indent="0">
              <a:buNone/>
            </a:pPr>
            <a:r>
              <a:rPr lang="en-IN" sz="1300" dirty="0"/>
              <a:t>ORDER BY w. Processing _Time _Min DESC;</a:t>
            </a:r>
          </a:p>
        </p:txBody>
      </p:sp>
    </p:spTree>
    <p:extLst>
      <p:ext uri="{BB962C8B-B14F-4D97-AF65-F5344CB8AC3E}">
        <p14:creationId xmlns:p14="http://schemas.microsoft.com/office/powerpoint/2010/main" val="323084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F427-AF3A-4F03-2A28-4F8E0FB93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Use CTEs to find bottleneck warehouses where processing time &gt; global average.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4A07BB-0DCD-22BE-12B9-D6DFD442B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55093"/>
              </p:ext>
            </p:extLst>
          </p:nvPr>
        </p:nvGraphicFramePr>
        <p:xfrm>
          <a:off x="7406301" y="1565910"/>
          <a:ext cx="4257368" cy="21550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3829">
                  <a:extLst>
                    <a:ext uri="{9D8B030D-6E8A-4147-A177-3AD203B41FA5}">
                      <a16:colId xmlns:a16="http://schemas.microsoft.com/office/drawing/2014/main" val="3203400891"/>
                    </a:ext>
                  </a:extLst>
                </a:gridCol>
                <a:gridCol w="1032089">
                  <a:extLst>
                    <a:ext uri="{9D8B030D-6E8A-4147-A177-3AD203B41FA5}">
                      <a16:colId xmlns:a16="http://schemas.microsoft.com/office/drawing/2014/main" val="917373456"/>
                    </a:ext>
                  </a:extLst>
                </a:gridCol>
                <a:gridCol w="1268610">
                  <a:extLst>
                    <a:ext uri="{9D8B030D-6E8A-4147-A177-3AD203B41FA5}">
                      <a16:colId xmlns:a16="http://schemas.microsoft.com/office/drawing/2014/main" val="3819241601"/>
                    </a:ext>
                  </a:extLst>
                </a:gridCol>
                <a:gridCol w="1042840">
                  <a:extLst>
                    <a:ext uri="{9D8B030D-6E8A-4147-A177-3AD203B41FA5}">
                      <a16:colId xmlns:a16="http://schemas.microsoft.com/office/drawing/2014/main" val="3056512366"/>
                    </a:ext>
                  </a:extLst>
                </a:gridCol>
              </a:tblGrid>
              <a:tr h="301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Location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Processing_Time_Min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Global_Avg_Time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5249557"/>
                  </a:ext>
                </a:extLst>
              </a:tr>
              <a:tr h="301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Davidshire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76422999"/>
                  </a:ext>
                </a:extLst>
              </a:tr>
              <a:tr h="56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New Crystalborough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170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110.1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62358919"/>
                  </a:ext>
                </a:extLst>
              </a:tr>
              <a:tr h="301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Port Juliachester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8207859"/>
                  </a:ext>
                </a:extLst>
              </a:tr>
              <a:tr h="301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Andersontown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110.1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61988821"/>
                  </a:ext>
                </a:extLst>
              </a:tr>
              <a:tr h="301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Zacharyland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110.1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3624273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AF1602B-7398-DF28-EE66-CA4BA87058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81419"/>
              </p:ext>
            </p:extLst>
          </p:nvPr>
        </p:nvGraphicFramePr>
        <p:xfrm>
          <a:off x="528330" y="1274727"/>
          <a:ext cx="6550895" cy="4693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0825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1CA6-CE94-62ED-9611-C1583C72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5C498-6F18-6340-60ED-E62017729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 warehouses based on on-time delivery percentage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SELECT Warehouse _ID, On _Time _Percentage,</a:t>
            </a:r>
          </a:p>
          <a:p>
            <a:pPr marL="0" indent="0">
              <a:buNone/>
            </a:pPr>
            <a:r>
              <a:rPr lang="en-US" sz="1400" dirty="0"/>
              <a:t>RANK() OVER (ORDER BY On _Time _Percentage DESC) AS On _Time _Rank</a:t>
            </a:r>
          </a:p>
          <a:p>
            <a:pPr marL="0" indent="0">
              <a:buNone/>
            </a:pPr>
            <a:r>
              <a:rPr lang="en-US" sz="1400" dirty="0"/>
              <a:t>FROM (SELECT Warehouse _ID,</a:t>
            </a:r>
          </a:p>
          <a:p>
            <a:pPr marL="0" indent="0">
              <a:buNone/>
            </a:pPr>
            <a:r>
              <a:rPr lang="en-US" sz="1400" dirty="0"/>
              <a:t>(CAST(SUM(CASE WHEN Delivery _Status = 'On Time' THEN 1 ELSE 0 END) AS REAL) * 100.0) / COUNT(Order _ID) AS On _Time _Percentage</a:t>
            </a:r>
          </a:p>
          <a:p>
            <a:pPr marL="0" indent="0">
              <a:buNone/>
            </a:pPr>
            <a:r>
              <a:rPr lang="en-US" sz="1400" dirty="0"/>
              <a:t>FROM Orders GROUP BY Warehouse _ID) AS Warehouse _Performance</a:t>
            </a:r>
          </a:p>
          <a:p>
            <a:pPr marL="0" indent="0">
              <a:buNone/>
            </a:pPr>
            <a:r>
              <a:rPr lang="en-US" sz="1400" dirty="0"/>
              <a:t>ORDER BY On _Time _Percentage DESC;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42893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32CB2-9779-8CD9-749A-797FD8B2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Rank warehouses based on on-time delivery percentage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1AC89E-21FD-D095-3214-7F9B15EACB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293806"/>
              </p:ext>
            </p:extLst>
          </p:nvPr>
        </p:nvGraphicFramePr>
        <p:xfrm>
          <a:off x="924444" y="1600322"/>
          <a:ext cx="3657600" cy="281436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3788508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87545803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972827539"/>
                    </a:ext>
                  </a:extLst>
                </a:gridCol>
              </a:tblGrid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On_Time_Percentage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On_Time_Rank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4747472"/>
                  </a:ext>
                </a:extLst>
              </a:tr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76.19047619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4078797"/>
                  </a:ext>
                </a:extLst>
              </a:tr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67.56756757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47356704"/>
                  </a:ext>
                </a:extLst>
              </a:tr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64.28571429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10849812"/>
                  </a:ext>
                </a:extLst>
              </a:tr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61.29032258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8552254"/>
                  </a:ext>
                </a:extLst>
              </a:tr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60.60606061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9575109"/>
                  </a:ext>
                </a:extLst>
              </a:tr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60.52631579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39935275"/>
                  </a:ext>
                </a:extLst>
              </a:tr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47.05882353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14966572"/>
                  </a:ext>
                </a:extLst>
              </a:tr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16788042"/>
                  </a:ext>
                </a:extLst>
              </a:tr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43.47826087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43130257"/>
                  </a:ext>
                </a:extLst>
              </a:tr>
              <a:tr h="2558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33.33333333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66766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3B0B625-886A-1DF8-955A-2B0FCAF3FB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6883612"/>
              </p:ext>
            </p:extLst>
          </p:nvPr>
        </p:nvGraphicFramePr>
        <p:xfrm>
          <a:off x="5117689" y="1600322"/>
          <a:ext cx="6641691" cy="3640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63434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7D1B-8093-B2C1-1C8A-0999D71FD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5B356-6B5F-2692-C8E9-46AD54E93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 agents (per route) by on-time delivery percentage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Agent _ID, Route _ID, On _Time _Percentage,</a:t>
            </a:r>
          </a:p>
          <a:p>
            <a:pPr marL="0" indent="0">
              <a:buNone/>
            </a:pPr>
            <a:r>
              <a:rPr lang="en-US" sz="1500" dirty="0"/>
              <a:t>RANK() OVER (PARTITION BY Route _ID </a:t>
            </a:r>
          </a:p>
          <a:p>
            <a:pPr marL="0" indent="0">
              <a:buNone/>
            </a:pPr>
            <a:r>
              <a:rPr lang="en-US" sz="1500" dirty="0"/>
              <a:t>ORDER BY On _Time _Percentage DESC) AS Route _On _Time _Rank</a:t>
            </a:r>
          </a:p>
          <a:p>
            <a:pPr marL="0" indent="0">
              <a:buNone/>
            </a:pPr>
            <a:r>
              <a:rPr lang="en-US" sz="1500" dirty="0"/>
              <a:t>FROM Delivery agents</a:t>
            </a:r>
          </a:p>
          <a:p>
            <a:pPr marL="0" indent="0">
              <a:buNone/>
            </a:pPr>
            <a:r>
              <a:rPr lang="en-US" sz="1500" dirty="0"/>
              <a:t>ORDER BY Route _ID, Route _On _Time _Rank;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518473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B92B6-B5B5-A207-C0ED-F95ED72C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Rank agents (per route) by on-time delivery percentage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4F6135-B8F8-C21D-7A80-56382DC499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593341"/>
              </p:ext>
            </p:extLst>
          </p:nvPr>
        </p:nvGraphicFramePr>
        <p:xfrm>
          <a:off x="275303" y="2045110"/>
          <a:ext cx="11621729" cy="4640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003385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87EE-4B69-EBD1-9E54-B21A2C21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4C30C-D5DE-B84B-041A-9705F7FB8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agents with on-time % &lt; 80%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Agent _ID, Route _ID, On _Time _Percentage</a:t>
            </a:r>
          </a:p>
          <a:p>
            <a:pPr marL="0" indent="0">
              <a:buNone/>
            </a:pPr>
            <a:r>
              <a:rPr lang="en-US" sz="1500" dirty="0"/>
              <a:t>FROM Delivery agents</a:t>
            </a:r>
          </a:p>
          <a:p>
            <a:pPr marL="0" indent="0">
              <a:buNone/>
            </a:pPr>
            <a:r>
              <a:rPr lang="en-US" sz="1500" dirty="0"/>
              <a:t>WHERE On _Time _Percentage &lt; 80.0</a:t>
            </a:r>
          </a:p>
          <a:p>
            <a:pPr marL="0" indent="0">
              <a:buNone/>
            </a:pPr>
            <a:r>
              <a:rPr lang="en-US" sz="1500" dirty="0"/>
              <a:t>ORDER BY On _Time _Percentage DESC;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414306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8AED-FC2E-6AA6-7C6B-A978B7FA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Find agents with on-time % &lt; 80%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10D36F-F9CA-BCCD-EF17-DBA4B05220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431202"/>
              </p:ext>
            </p:extLst>
          </p:nvPr>
        </p:nvGraphicFramePr>
        <p:xfrm>
          <a:off x="176981" y="1581147"/>
          <a:ext cx="3106993" cy="41903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83387">
                  <a:extLst>
                    <a:ext uri="{9D8B030D-6E8A-4147-A177-3AD203B41FA5}">
                      <a16:colId xmlns:a16="http://schemas.microsoft.com/office/drawing/2014/main" val="2155032707"/>
                    </a:ext>
                  </a:extLst>
                </a:gridCol>
                <a:gridCol w="783387">
                  <a:extLst>
                    <a:ext uri="{9D8B030D-6E8A-4147-A177-3AD203B41FA5}">
                      <a16:colId xmlns:a16="http://schemas.microsoft.com/office/drawing/2014/main" val="625932528"/>
                    </a:ext>
                  </a:extLst>
                </a:gridCol>
                <a:gridCol w="1540219">
                  <a:extLst>
                    <a:ext uri="{9D8B030D-6E8A-4147-A177-3AD203B41FA5}">
                      <a16:colId xmlns:a16="http://schemas.microsoft.com/office/drawing/2014/main" val="4064395326"/>
                    </a:ext>
                  </a:extLst>
                </a:gridCol>
              </a:tblGrid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Agent_ID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On_Time_Percentage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577856115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79.51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922121627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78.94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867666744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78.39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370266431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77.92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686212052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77.83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175699762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77.65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395882567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A030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76.6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157377616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75.46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076510564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74.5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842964722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74.47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900418797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74.21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799858824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74.15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531559677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73.8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70731910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73.21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374986940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72.75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217702899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72.6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845682959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72.39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508111707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71.8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908468611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71.5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41963351"/>
                  </a:ext>
                </a:extLst>
              </a:tr>
              <a:tr h="1995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70.45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454067833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BB04DD1-7CFE-236E-5D16-20B23F51C1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0376218"/>
              </p:ext>
            </p:extLst>
          </p:nvPr>
        </p:nvGraphicFramePr>
        <p:xfrm>
          <a:off x="3421627" y="1581146"/>
          <a:ext cx="8445044" cy="4667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037209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8F7C-CE3E-BCCF-1270-218CA51D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D7473-1821-854A-A1A9-7698191F4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61652"/>
            <a:ext cx="10353762" cy="4586748"/>
          </a:xfrm>
        </p:spPr>
        <p:txBody>
          <a:bodyPr>
            <a:normAutofit/>
          </a:bodyPr>
          <a:lstStyle/>
          <a:p>
            <a:r>
              <a:rPr lang="en-US" dirty="0"/>
              <a:t>Compare average speed of top 5 vs bottom 5 agents using subqueries.</a:t>
            </a:r>
          </a:p>
          <a:p>
            <a:pPr marL="0" indent="0">
              <a:buNone/>
            </a:pPr>
            <a:r>
              <a:rPr lang="en-IN" sz="1100" dirty="0"/>
              <a:t>SELECT 'Top 5 Agents' AS Agent _Group,</a:t>
            </a:r>
          </a:p>
          <a:p>
            <a:pPr marL="0" indent="0">
              <a:buNone/>
            </a:pPr>
            <a:r>
              <a:rPr lang="en-IN" sz="1100" dirty="0"/>
              <a:t>(SELECT AVG( </a:t>
            </a:r>
            <a:r>
              <a:rPr lang="en-IN" sz="1100" dirty="0" err="1"/>
              <a:t>Avg</a:t>
            </a:r>
            <a:r>
              <a:rPr lang="en-IN" sz="1100" dirty="0"/>
              <a:t>  _Speed _KM _HR)</a:t>
            </a:r>
          </a:p>
          <a:p>
            <a:pPr marL="0" indent="0">
              <a:buNone/>
            </a:pPr>
            <a:r>
              <a:rPr lang="en-IN" sz="1100" dirty="0"/>
              <a:t>FROM (SELECT </a:t>
            </a:r>
            <a:r>
              <a:rPr lang="en-IN" sz="1100" dirty="0" err="1"/>
              <a:t>Avg</a:t>
            </a:r>
            <a:r>
              <a:rPr lang="en-IN" sz="1100" dirty="0"/>
              <a:t>  _Speed _KM _HR</a:t>
            </a:r>
          </a:p>
          <a:p>
            <a:pPr marL="0" indent="0">
              <a:buNone/>
            </a:pPr>
            <a:r>
              <a:rPr lang="en-IN" sz="1100" dirty="0"/>
              <a:t>FROM Delivery agents </a:t>
            </a:r>
          </a:p>
          <a:p>
            <a:pPr marL="0" indent="0">
              <a:buNone/>
            </a:pPr>
            <a:r>
              <a:rPr lang="en-IN" sz="1100" dirty="0"/>
              <a:t>ORDER BY On _Time _Percentage DESC LIMIT 5) AS Top _Agents) AS Average _Speed _KM _HR</a:t>
            </a:r>
          </a:p>
          <a:p>
            <a:pPr marL="0" indent="0">
              <a:buNone/>
            </a:pPr>
            <a:r>
              <a:rPr lang="en-IN" sz="1100" dirty="0"/>
              <a:t>UNION ALL</a:t>
            </a:r>
          </a:p>
          <a:p>
            <a:pPr marL="0" indent="0">
              <a:buNone/>
            </a:pPr>
            <a:r>
              <a:rPr lang="en-IN" sz="1100" dirty="0"/>
              <a:t>SELECT 'Bottom 5 Agents' AS Agent _Group,</a:t>
            </a:r>
          </a:p>
          <a:p>
            <a:pPr marL="0" indent="0">
              <a:buNone/>
            </a:pPr>
            <a:r>
              <a:rPr lang="en-IN" sz="1100" dirty="0"/>
              <a:t>(SELECT AVG( </a:t>
            </a:r>
            <a:r>
              <a:rPr lang="en-IN" sz="1100" dirty="0" err="1"/>
              <a:t>Avg</a:t>
            </a:r>
            <a:r>
              <a:rPr lang="en-IN" sz="1100" dirty="0"/>
              <a:t> _Speed  _KM_HR)</a:t>
            </a:r>
          </a:p>
          <a:p>
            <a:pPr marL="0" indent="0">
              <a:buNone/>
            </a:pPr>
            <a:r>
              <a:rPr lang="en-IN" sz="1100" dirty="0"/>
              <a:t>FROM (SELECT </a:t>
            </a:r>
            <a:r>
              <a:rPr lang="en-IN" sz="1100" dirty="0" err="1"/>
              <a:t>Avg</a:t>
            </a:r>
            <a:r>
              <a:rPr lang="en-IN" sz="1100" dirty="0"/>
              <a:t>  _Speed _KM_HR</a:t>
            </a:r>
          </a:p>
          <a:p>
            <a:pPr marL="0" indent="0">
              <a:buNone/>
            </a:pPr>
            <a:r>
              <a:rPr lang="en-IN" sz="1100" dirty="0"/>
              <a:t>FROM Delivery agents</a:t>
            </a:r>
          </a:p>
          <a:p>
            <a:pPr marL="0" indent="0">
              <a:buNone/>
            </a:pPr>
            <a:r>
              <a:rPr lang="en-IN" sz="1100" dirty="0"/>
              <a:t>ORDER BY On _Time _Percentage ASC LIMIT 5) AS Bottom _Agents) AS Average _Speed _KM _HR;</a:t>
            </a:r>
          </a:p>
        </p:txBody>
      </p:sp>
    </p:spTree>
    <p:extLst>
      <p:ext uri="{BB962C8B-B14F-4D97-AF65-F5344CB8AC3E}">
        <p14:creationId xmlns:p14="http://schemas.microsoft.com/office/powerpoint/2010/main" val="14007707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C3F8A-BD9E-EE94-5017-BC480DB04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Compare average speed of top 5 vs bottom 5 agents using subqueries.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2B4E30-41CC-6336-7A4B-20241D53DB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911259"/>
              </p:ext>
            </p:extLst>
          </p:nvPr>
        </p:nvGraphicFramePr>
        <p:xfrm>
          <a:off x="619432" y="1858297"/>
          <a:ext cx="3313471" cy="164198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58481">
                  <a:extLst>
                    <a:ext uri="{9D8B030D-6E8A-4147-A177-3AD203B41FA5}">
                      <a16:colId xmlns:a16="http://schemas.microsoft.com/office/drawing/2014/main" val="3942824"/>
                    </a:ext>
                  </a:extLst>
                </a:gridCol>
                <a:gridCol w="2054990">
                  <a:extLst>
                    <a:ext uri="{9D8B030D-6E8A-4147-A177-3AD203B41FA5}">
                      <a16:colId xmlns:a16="http://schemas.microsoft.com/office/drawing/2014/main" val="3186052022"/>
                    </a:ext>
                  </a:extLst>
                </a:gridCol>
              </a:tblGrid>
              <a:tr h="4237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Agent_Group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Average_Speed_KM_HR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6154661"/>
                  </a:ext>
                </a:extLst>
              </a:tr>
              <a:tr h="4237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Top 5 Agents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60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8664995"/>
                  </a:ext>
                </a:extLst>
              </a:tr>
              <a:tr h="794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Bottom 5 Agents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56.8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939172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B6BC19F-B2DC-00A0-842C-3621DC97E8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8375433"/>
              </p:ext>
            </p:extLst>
          </p:nvPr>
        </p:nvGraphicFramePr>
        <p:xfrm>
          <a:off x="4350774" y="1652618"/>
          <a:ext cx="6504040" cy="4138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27937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0D91-F626-63BD-F259-AF971D59F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1EE9-70D6-F76A-556D-271FBEDAD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order, list the last checkpoint and time.</a:t>
            </a:r>
          </a:p>
          <a:p>
            <a:pPr mar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500" dirty="0"/>
              <a:t>SELECT c. Order _ID, c. Checkpoint, c. Checkpoint _Time</a:t>
            </a:r>
          </a:p>
          <a:p>
            <a:pPr marL="0" indent="0">
              <a:buNone/>
            </a:pPr>
            <a:r>
              <a:rPr lang="en-IN" sz="1500" dirty="0"/>
              <a:t>FROM shipment AS c</a:t>
            </a:r>
          </a:p>
          <a:p>
            <a:pPr marL="0" indent="0">
              <a:buNone/>
            </a:pPr>
            <a:r>
              <a:rPr lang="en-IN" sz="1500" dirty="0"/>
              <a:t>INNER JOIN( SELECT Order _ID, MAX(Checkpoint _Time) AS Last _time</a:t>
            </a:r>
          </a:p>
          <a:p>
            <a:pPr marL="0" indent="0">
              <a:buNone/>
            </a:pPr>
            <a:r>
              <a:rPr lang="en-IN" sz="1500" dirty="0"/>
              <a:t>FROM shipment</a:t>
            </a:r>
          </a:p>
          <a:p>
            <a:pPr marL="0" indent="0">
              <a:buNone/>
            </a:pPr>
            <a:r>
              <a:rPr lang="en-IN" sz="1500" dirty="0"/>
              <a:t>GROUP BY Order _ID) AS D ON c .Order _ID = D. Order _ID AND c .Checkpoint _Time = D. Last _time;</a:t>
            </a:r>
          </a:p>
        </p:txBody>
      </p:sp>
    </p:spTree>
    <p:extLst>
      <p:ext uri="{BB962C8B-B14F-4D97-AF65-F5344CB8AC3E}">
        <p14:creationId xmlns:p14="http://schemas.microsoft.com/office/powerpoint/2010/main" val="2376651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E5CB-91BC-2C6D-7FDE-8144C2BE4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For each order, list the last checkpoint and time.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14A39C-4120-FA7D-BB26-6EE0E2FD4E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560272"/>
              </p:ext>
            </p:extLst>
          </p:nvPr>
        </p:nvGraphicFramePr>
        <p:xfrm>
          <a:off x="216310" y="1622323"/>
          <a:ext cx="11749548" cy="4975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6868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99F2-5306-BC47-9346-377A97ED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1C45-45C3-5B2F-531C-5CF4FEEAD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most common delay reasons (excluding None).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Delay _Reason,</a:t>
            </a:r>
          </a:p>
          <a:p>
            <a:pPr marL="0" indent="0">
              <a:buNone/>
            </a:pPr>
            <a:r>
              <a:rPr lang="en-US" sz="1500" dirty="0"/>
              <a:t>COUNT(Delay _Reason) AS Delay _Count</a:t>
            </a:r>
          </a:p>
          <a:p>
            <a:pPr marL="0" indent="0">
              <a:buNone/>
            </a:pPr>
            <a:r>
              <a:rPr lang="en-US" sz="1500" dirty="0"/>
              <a:t>FROM shipment</a:t>
            </a:r>
          </a:p>
          <a:p>
            <a:pPr marL="0" indent="0">
              <a:buNone/>
            </a:pPr>
            <a:r>
              <a:rPr lang="en-US" sz="1500" dirty="0"/>
              <a:t>WHERE Delay _Reason IS NOT NULL AND Delay _Reason &lt;&gt; 'None’</a:t>
            </a:r>
          </a:p>
          <a:p>
            <a:pPr marL="0" indent="0">
              <a:buNone/>
            </a:pPr>
            <a:r>
              <a:rPr lang="en-US" sz="1500" dirty="0"/>
              <a:t>GROUP BY Delay _Reason</a:t>
            </a:r>
          </a:p>
          <a:p>
            <a:pPr marL="0" indent="0">
              <a:buNone/>
            </a:pPr>
            <a:r>
              <a:rPr lang="en-US" sz="1500" dirty="0"/>
              <a:t>ORDER BY Delay _Count DESC;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8671710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7B41-50EC-F409-4EE5-81DAA334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Find the most common delay reasons (excluding None).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07DAC7-6046-B85D-8F4F-4A37F0C7B2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5681821"/>
              </p:ext>
            </p:extLst>
          </p:nvPr>
        </p:nvGraphicFramePr>
        <p:xfrm>
          <a:off x="8740877" y="1817616"/>
          <a:ext cx="2703000" cy="16113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94541">
                  <a:extLst>
                    <a:ext uri="{9D8B030D-6E8A-4147-A177-3AD203B41FA5}">
                      <a16:colId xmlns:a16="http://schemas.microsoft.com/office/drawing/2014/main" val="1453891388"/>
                    </a:ext>
                  </a:extLst>
                </a:gridCol>
                <a:gridCol w="1308459">
                  <a:extLst>
                    <a:ext uri="{9D8B030D-6E8A-4147-A177-3AD203B41FA5}">
                      <a16:colId xmlns:a16="http://schemas.microsoft.com/office/drawing/2014/main" val="917778202"/>
                    </a:ext>
                  </a:extLst>
                </a:gridCol>
              </a:tblGrid>
              <a:tr h="4028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Delay_Reason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Delay_Count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39737438"/>
                  </a:ext>
                </a:extLst>
              </a:tr>
              <a:tr h="4028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Sorting Delay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272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25237658"/>
                  </a:ext>
                </a:extLst>
              </a:tr>
              <a:tr h="4028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Weather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11295547"/>
                  </a:ext>
                </a:extLst>
              </a:tr>
              <a:tr h="4028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Traffic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247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89841159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62BBDEB-0700-54B5-CB84-311DEDB4B3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9707871"/>
              </p:ext>
            </p:extLst>
          </p:nvPr>
        </p:nvGraphicFramePr>
        <p:xfrm>
          <a:off x="830825" y="1477295"/>
          <a:ext cx="6769510" cy="4195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02513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84C3-A825-1375-C3C4-842CE20B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56A11-6FEA-F620-B97C-2010EDB67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orders with &gt;2 delayed checkpoints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Order _ID,</a:t>
            </a:r>
          </a:p>
          <a:p>
            <a:pPr marL="0" indent="0">
              <a:buNone/>
            </a:pPr>
            <a:r>
              <a:rPr lang="en-US" sz="1500" dirty="0"/>
              <a:t>COUNT(CASE WHEN Delay _Reason != 'None' THEN 1 END) AS Delayed _Checkpoint _Count</a:t>
            </a:r>
          </a:p>
          <a:p>
            <a:pPr marL="0" indent="0">
              <a:buNone/>
            </a:pPr>
            <a:r>
              <a:rPr lang="en-US" sz="1500" dirty="0"/>
              <a:t>FROM Shipment</a:t>
            </a:r>
          </a:p>
          <a:p>
            <a:pPr marL="0" indent="0">
              <a:buNone/>
            </a:pPr>
            <a:r>
              <a:rPr lang="en-US" sz="1500" dirty="0"/>
              <a:t>GROUP BY Order _ID</a:t>
            </a:r>
          </a:p>
          <a:p>
            <a:pPr marL="0" indent="0">
              <a:buNone/>
            </a:pPr>
            <a:r>
              <a:rPr lang="en-US" sz="1500" dirty="0"/>
              <a:t>HAVING Delayed _Checkpoint _Count &gt; 2</a:t>
            </a:r>
          </a:p>
          <a:p>
            <a:pPr marL="0" indent="0">
              <a:buNone/>
            </a:pPr>
            <a:r>
              <a:rPr lang="en-US" sz="1500" dirty="0"/>
              <a:t>ORDER BY Delayed _Checkpoint _Count DESC;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5855570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2420-86AA-51EF-5000-A17E79B6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Identify orders with &gt;2 delayed checkpoints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F34A61-4556-86D0-CC53-83EE81182B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991202"/>
              </p:ext>
            </p:extLst>
          </p:nvPr>
        </p:nvGraphicFramePr>
        <p:xfrm>
          <a:off x="314632" y="1494503"/>
          <a:ext cx="11503742" cy="5171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317038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496F1-CF9C-4A14-1E85-5DF95726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70436-34B7-FFC1-0476-A5B71139A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Calculate KPIs using SQL queries: Average Delivery Delay per Region (Start _Location)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Start _Location AS Region,</a:t>
            </a:r>
          </a:p>
          <a:p>
            <a:pPr marL="0" indent="0">
              <a:buNone/>
            </a:pPr>
            <a:r>
              <a:rPr lang="en-US" sz="1500" dirty="0"/>
              <a:t>AVG(DATEDIFF(T1.Actual_Delivery_Date, T1.Expected_Delivery_Date)) AS Average _Delivery _Delay _Days</a:t>
            </a:r>
          </a:p>
          <a:p>
            <a:pPr marL="0" indent="0">
              <a:buNone/>
            </a:pPr>
            <a:r>
              <a:rPr lang="en-US" sz="1500" dirty="0"/>
              <a:t>FROM Orders AS T1</a:t>
            </a:r>
          </a:p>
          <a:p>
            <a:pPr marL="0" indent="0">
              <a:buNone/>
            </a:pPr>
            <a:r>
              <a:rPr lang="en-US" sz="1500" dirty="0"/>
              <a:t>JOIN Routes AS T2 </a:t>
            </a:r>
          </a:p>
          <a:p>
            <a:pPr marL="0" indent="0">
              <a:buNone/>
            </a:pPr>
            <a:r>
              <a:rPr lang="en-US" sz="1500" dirty="0"/>
              <a:t>ON T1.Route_ID = T2.Route_ID</a:t>
            </a:r>
          </a:p>
          <a:p>
            <a:pPr marL="0" indent="0">
              <a:buNone/>
            </a:pPr>
            <a:r>
              <a:rPr lang="en-US" sz="1500" dirty="0"/>
              <a:t>GROUP BY T2.Start_Location</a:t>
            </a:r>
          </a:p>
          <a:p>
            <a:pPr marL="0" indent="0">
              <a:buNone/>
            </a:pPr>
            <a:r>
              <a:rPr lang="en-US" sz="1500" dirty="0"/>
              <a:t>ORDER BY Average _Delivery _Delay _Days;</a:t>
            </a:r>
          </a:p>
        </p:txBody>
      </p:sp>
    </p:spTree>
    <p:extLst>
      <p:ext uri="{BB962C8B-B14F-4D97-AF65-F5344CB8AC3E}">
        <p14:creationId xmlns:p14="http://schemas.microsoft.com/office/powerpoint/2010/main" val="30106380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E075-A6E2-04EE-E771-F4CED57F6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Calculate KPIs using SQL queries: Average Delivery Delay per Region (Start _Location)</a:t>
            </a:r>
            <a:br>
              <a:rPr lang="en-US" sz="3600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A0FB38-B1FB-6368-22E9-B8C25BC8ED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5415804"/>
              </p:ext>
            </p:extLst>
          </p:nvPr>
        </p:nvGraphicFramePr>
        <p:xfrm>
          <a:off x="8641581" y="1698861"/>
          <a:ext cx="3079750" cy="4528841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1161017">
                  <a:extLst>
                    <a:ext uri="{9D8B030D-6E8A-4147-A177-3AD203B41FA5}">
                      <a16:colId xmlns:a16="http://schemas.microsoft.com/office/drawing/2014/main" val="3396347172"/>
                    </a:ext>
                  </a:extLst>
                </a:gridCol>
                <a:gridCol w="1918733">
                  <a:extLst>
                    <a:ext uri="{9D8B030D-6E8A-4147-A177-3AD203B41FA5}">
                      <a16:colId xmlns:a16="http://schemas.microsoft.com/office/drawing/2014/main" val="1071376761"/>
                    </a:ext>
                  </a:extLst>
                </a:gridCol>
              </a:tblGrid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Region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Average_Delivery_Delay_Days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16244689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Lake Kathrynchester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0.4167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621034522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South Davidborough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0.4375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90770843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Lake Jessicastad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68309579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South Brianchester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1599178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East Amy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43628526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Bellfurt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18334932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Lake Robinhaven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0.5455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99160623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North Edward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0.6154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921282211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Lake Oscarfurt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0.6154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881749998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New Aimeechester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03750991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Aaronhaven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0.6875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915270358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Lowemouth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233559269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North Aliceside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038026404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South Johnville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0.7647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317737245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New Jessica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382111549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Ramosside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027381100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Port Tammybury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394585042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South Jenniferfurt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365577415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Juliestad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1.0588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703441026"/>
                  </a:ext>
                </a:extLst>
              </a:tr>
              <a:tr h="175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West Calvinview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1.0833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221794972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6A44680-1A70-E310-E024-198F1456C9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0292348"/>
              </p:ext>
            </p:extLst>
          </p:nvPr>
        </p:nvGraphicFramePr>
        <p:xfrm>
          <a:off x="265471" y="1935920"/>
          <a:ext cx="8170606" cy="4528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54406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8B69-B550-3EE1-0BAE-D518CF1C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8079F-9B72-31DF-7358-3BC5F246E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Calculate KPIs using SQL queries: On-Time Delivery % = (Total On-Time Deliveries / Total Deliveries) * 100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SELECT(SUM(CASE WHEN Delivery _Status = 'On Time' THEN 1 ELSE 0 END) * 100.0) / COUNT(*) AS On _Time _Delivery _Percentage</a:t>
            </a:r>
          </a:p>
          <a:p>
            <a:pPr marL="0" indent="0">
              <a:buNone/>
            </a:pPr>
            <a:r>
              <a:rPr lang="en-US" sz="1400" dirty="0"/>
              <a:t>FROM Orders;</a:t>
            </a:r>
          </a:p>
        </p:txBody>
      </p:sp>
    </p:spTree>
    <p:extLst>
      <p:ext uri="{BB962C8B-B14F-4D97-AF65-F5344CB8AC3E}">
        <p14:creationId xmlns:p14="http://schemas.microsoft.com/office/powerpoint/2010/main" val="6253099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7D15F-0C03-2537-968F-5933E3E9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Calculate KPIs using SQL queries: On-Time Delivery % = (Total On-Time Deliveries / Total Deliveries) * 100</a:t>
            </a:r>
            <a:br>
              <a:rPr lang="en-US" sz="3600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7B2403-0040-0BC2-34BB-B252737B41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4690638"/>
              </p:ext>
            </p:extLst>
          </p:nvPr>
        </p:nvGraphicFramePr>
        <p:xfrm>
          <a:off x="914401" y="2095499"/>
          <a:ext cx="9901084" cy="4324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9172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51DC4-79B4-DA81-C720-EBE6974E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286B9-7C06-6E28-C0BA-707214B65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KPIs using SQL queries: Average Traffic Delay per Route.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SELECT Route _ID,</a:t>
            </a:r>
          </a:p>
          <a:p>
            <a:pPr marL="0" indent="0">
              <a:buNone/>
            </a:pPr>
            <a:r>
              <a:rPr lang="en-US" sz="1500" dirty="0"/>
              <a:t>Traffic _Delay _Min AS Average _Traffic _Delay _Minutes</a:t>
            </a:r>
          </a:p>
          <a:p>
            <a:pPr marL="0" indent="0">
              <a:buNone/>
            </a:pPr>
            <a:r>
              <a:rPr lang="en-US" sz="1500" dirty="0"/>
              <a:t>FROM Routes</a:t>
            </a:r>
          </a:p>
          <a:p>
            <a:pPr marL="0" indent="0">
              <a:buNone/>
            </a:pPr>
            <a:r>
              <a:rPr lang="en-US" sz="1500" dirty="0"/>
              <a:t>ORDER BY Route _ID;</a:t>
            </a:r>
          </a:p>
        </p:txBody>
      </p:sp>
    </p:spTree>
    <p:extLst>
      <p:ext uri="{BB962C8B-B14F-4D97-AF65-F5344CB8AC3E}">
        <p14:creationId xmlns:p14="http://schemas.microsoft.com/office/powerpoint/2010/main" val="6206255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D0D4F-84F2-6D1B-E01B-6C3DE1F0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Calculate KPIs using SQL queries: Average Traffic Delay per Route.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D5211E-A5C6-A09A-37F1-F81388B29B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305103"/>
              </p:ext>
            </p:extLst>
          </p:nvPr>
        </p:nvGraphicFramePr>
        <p:xfrm>
          <a:off x="9005603" y="1414812"/>
          <a:ext cx="2704616" cy="409126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721053">
                  <a:extLst>
                    <a:ext uri="{9D8B030D-6E8A-4147-A177-3AD203B41FA5}">
                      <a16:colId xmlns:a16="http://schemas.microsoft.com/office/drawing/2014/main" val="2838798693"/>
                    </a:ext>
                  </a:extLst>
                </a:gridCol>
                <a:gridCol w="1983563">
                  <a:extLst>
                    <a:ext uri="{9D8B030D-6E8A-4147-A177-3AD203B41FA5}">
                      <a16:colId xmlns:a16="http://schemas.microsoft.com/office/drawing/2014/main" val="1613950975"/>
                    </a:ext>
                  </a:extLst>
                </a:gridCol>
              </a:tblGrid>
              <a:tr h="3629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Route_ID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Average_Traffic_Delay_Minutes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226113354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459079760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708592456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380271718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622536949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039575940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516609823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466401974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682308314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1207803716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941866429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156012347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182093554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4045202625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87783771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782835854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1263231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835155939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183715016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3017256220"/>
                  </a:ext>
                </a:extLst>
              </a:tr>
              <a:tr h="186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3" marR="7333" marT="7333" marB="0" anchor="b"/>
                </a:tc>
                <a:extLst>
                  <a:ext uri="{0D108BD9-81ED-4DB2-BD59-A6C34878D82A}">
                    <a16:rowId xmlns:a16="http://schemas.microsoft.com/office/drawing/2014/main" val="270679692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CA0E556-298A-728F-0B13-F92733A541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788720"/>
              </p:ext>
            </p:extLst>
          </p:nvPr>
        </p:nvGraphicFramePr>
        <p:xfrm>
          <a:off x="304801" y="1487128"/>
          <a:ext cx="8131276" cy="4540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40797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E8311-D659-2673-DFF6-0A153558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Video submission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AFA6B-2BCD-3BFB-3CED-C7D9A6C08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https://www.loom.com/share/61eaf7e7776a47ffb2abdd9c139a0ca9?sid=4cf9693a-cdb8-4997-84f2-52ab38ebbae6</a:t>
            </a:r>
          </a:p>
        </p:txBody>
      </p:sp>
    </p:spTree>
    <p:extLst>
      <p:ext uri="{BB962C8B-B14F-4D97-AF65-F5344CB8AC3E}">
        <p14:creationId xmlns:p14="http://schemas.microsoft.com/office/powerpoint/2010/main" val="1083659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252</TotalTime>
  <Words>3068</Words>
  <Application>Microsoft Office PowerPoint</Application>
  <PresentationFormat>Widescreen</PresentationFormat>
  <Paragraphs>813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Bookman Old Style</vt:lpstr>
      <vt:lpstr>Calibri</vt:lpstr>
      <vt:lpstr>Rockwell</vt:lpstr>
      <vt:lpstr>Damask</vt:lpstr>
      <vt:lpstr>Task 1: Data Cleaning &amp; Preparation </vt:lpstr>
      <vt:lpstr>Task 1: Data Cleaning &amp; Preparation </vt:lpstr>
      <vt:lpstr>Task 1: Data Cleaning &amp; Preparation </vt:lpstr>
      <vt:lpstr>Convert all date columns into YYYY-MM-DD format using SQL functions  </vt:lpstr>
      <vt:lpstr>Task 1: Data Cleaning &amp; Preparation </vt:lpstr>
      <vt:lpstr>Ensure that no Actual _Delivery _Date is before Order _Date (flag such records) </vt:lpstr>
      <vt:lpstr>Task 2: Delivery Delay Analysis </vt:lpstr>
      <vt:lpstr>Calculate delivery delay (in days) for each order </vt:lpstr>
      <vt:lpstr>Task 2: Delivery Delay Analysis </vt:lpstr>
      <vt:lpstr>Find Top 10 delayed routes based on average delay days </vt:lpstr>
      <vt:lpstr>Task 2: Delivery Delay Analysis </vt:lpstr>
      <vt:lpstr>Use window functions to rank all orders by delay within each warehouse </vt:lpstr>
      <vt:lpstr>Task 3: Route Optimization Insights</vt:lpstr>
      <vt:lpstr>For each route, calculate: Average delivery time (in days).  </vt:lpstr>
      <vt:lpstr>Task 3: Route Optimization Insights</vt:lpstr>
      <vt:lpstr>For each route, calculate: Average traffic delay. </vt:lpstr>
      <vt:lpstr>Task 3: Route Optimization Insights</vt:lpstr>
      <vt:lpstr>For each route, calculate:Distance-to-time efficiency ratio: Distance _KM / Average _Travel _Time _Min  </vt:lpstr>
      <vt:lpstr>Task 3: Route Optimization Insights</vt:lpstr>
      <vt:lpstr>Identify 3 routes with the worst efficiency ratio</vt:lpstr>
      <vt:lpstr>Task 3: Route Optimization Insights</vt:lpstr>
      <vt:lpstr>Find routes with &gt;20% delayed shipments </vt:lpstr>
      <vt:lpstr>Task 3: Route Optimization Insights</vt:lpstr>
      <vt:lpstr>Recommend potential routes for optimization. </vt:lpstr>
      <vt:lpstr>Task 4: Warehouse Performance</vt:lpstr>
      <vt:lpstr>Find the top 3 warehouses with the highest average processing time </vt:lpstr>
      <vt:lpstr>Task 4: Warehouse Performance</vt:lpstr>
      <vt:lpstr>Calculate total vs. delayed shipments for each warehouse. </vt:lpstr>
      <vt:lpstr>Task 4: Warehouse Performance</vt:lpstr>
      <vt:lpstr>Use CTEs to find bottleneck warehouses where processing time &gt; global average. </vt:lpstr>
      <vt:lpstr>Task 4: Warehouse Performance</vt:lpstr>
      <vt:lpstr>Rank warehouses based on on-time delivery percentage </vt:lpstr>
      <vt:lpstr>Task 5: Delivery Agent Performance</vt:lpstr>
      <vt:lpstr>Rank agents (per route) by on-time delivery percentage </vt:lpstr>
      <vt:lpstr>Task 5: Delivery Agent Performance</vt:lpstr>
      <vt:lpstr>Find agents with on-time % &lt; 80% </vt:lpstr>
      <vt:lpstr>Task 5: Delivery Agent Performance</vt:lpstr>
      <vt:lpstr>Compare average speed of top 5 vs bottom 5 agents using subqueries. </vt:lpstr>
      <vt:lpstr>Task 6: Shipment Tracking Analytics</vt:lpstr>
      <vt:lpstr>For each order, list the last checkpoint and time. </vt:lpstr>
      <vt:lpstr>Task 6: Shipment Tracking Analytics</vt:lpstr>
      <vt:lpstr>Find the most common delay reasons (excluding None). </vt:lpstr>
      <vt:lpstr>Task 6: Shipment Tracking Analytics</vt:lpstr>
      <vt:lpstr>Identify orders with &gt;2 delayed checkpoints </vt:lpstr>
      <vt:lpstr>Task 7: Advanced KPI Reporting </vt:lpstr>
      <vt:lpstr>Calculate KPIs using SQL queries: Average Delivery Delay per Region (Start _Location) </vt:lpstr>
      <vt:lpstr>Task 7: Advanced KPI Reporting</vt:lpstr>
      <vt:lpstr>Calculate KPIs using SQL queries: On-Time Delivery % = (Total On-Time Deliveries / Total Deliveries) * 100 </vt:lpstr>
      <vt:lpstr>Task 7: Advanced KPI Reporting</vt:lpstr>
      <vt:lpstr>Calculate KPIs using SQL queries: Average Traffic Delay per Route. </vt:lpstr>
      <vt:lpstr>Video submission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RANJAN</dc:creator>
  <cp:lastModifiedBy>RAVI RANJAN</cp:lastModifiedBy>
  <cp:revision>13</cp:revision>
  <dcterms:created xsi:type="dcterms:W3CDTF">2025-10-16T06:55:00Z</dcterms:created>
  <dcterms:modified xsi:type="dcterms:W3CDTF">2025-10-19T14:03:47Z</dcterms:modified>
</cp:coreProperties>
</file>